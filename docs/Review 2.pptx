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65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C5701-89B4-481C-98C3-74FC94A11AFA}" v="12" dt="2026-09-16T12:37:28.4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HASRA MANUKONDA" userId="7433561f35d7f931" providerId="LiveId" clId="{3E9A625D-7109-4696-AA22-1497EAEA0DDF}"/>
    <pc:docChg chg="undo custSel addSld delSld modSld">
      <pc:chgData name="SAI SAHASRA MANUKONDA" userId="7433561f35d7f931" providerId="LiveId" clId="{3E9A625D-7109-4696-AA22-1497EAEA0DDF}" dt="2026-09-17T04:12:22.481" v="358" actId="20577"/>
      <pc:docMkLst>
        <pc:docMk/>
      </pc:docMkLst>
      <pc:sldChg chg="modSp mod">
        <pc:chgData name="SAI SAHASRA MANUKONDA" userId="7433561f35d7f931" providerId="LiveId" clId="{3E9A625D-7109-4696-AA22-1497EAEA0DDF}" dt="2026-09-17T04:12:22.481" v="358" actId="20577"/>
        <pc:sldMkLst>
          <pc:docMk/>
          <pc:sldMk cId="0" sldId="256"/>
        </pc:sldMkLst>
        <pc:spChg chg="mod">
          <ac:chgData name="SAI SAHASRA MANUKONDA" userId="7433561f35d7f931" providerId="LiveId" clId="{3E9A625D-7109-4696-AA22-1497EAEA0DDF}" dt="2026-09-17T04:12:22.481" v="358" actId="20577"/>
          <ac:spMkLst>
            <pc:docMk/>
            <pc:sldMk cId="0" sldId="256"/>
            <ac:spMk id="10" creationId="{94AA2B39-7001-1A3B-F364-C30E9F4F05D0}"/>
          </ac:spMkLst>
        </pc:spChg>
      </pc:sldChg>
      <pc:sldChg chg="addSp delSp modSp mod">
        <pc:chgData name="SAI SAHASRA MANUKONDA" userId="7433561f35d7f931" providerId="LiveId" clId="{3E9A625D-7109-4696-AA22-1497EAEA0DDF}" dt="2026-09-16T12:22:15.146" v="26"/>
        <pc:sldMkLst>
          <pc:docMk/>
          <pc:sldMk cId="1073358081" sldId="270"/>
        </pc:sldMkLst>
        <pc:spChg chg="add del mod">
          <ac:chgData name="SAI SAHASRA MANUKONDA" userId="7433561f35d7f931" providerId="LiveId" clId="{3E9A625D-7109-4696-AA22-1497EAEA0DDF}" dt="2026-09-16T12:22:15.146" v="26"/>
          <ac:spMkLst>
            <pc:docMk/>
            <pc:sldMk cId="1073358081" sldId="270"/>
            <ac:spMk id="5" creationId="{106DEA9B-909C-5A2A-5208-45E309DCE23E}"/>
          </ac:spMkLst>
        </pc:spChg>
        <pc:picChg chg="mod">
          <ac:chgData name="SAI SAHASRA MANUKONDA" userId="7433561f35d7f931" providerId="LiveId" clId="{3E9A625D-7109-4696-AA22-1497EAEA0DDF}" dt="2026-09-16T04:46:10.869" v="5" actId="1036"/>
          <ac:picMkLst>
            <pc:docMk/>
            <pc:sldMk cId="1073358081" sldId="270"/>
            <ac:picMk id="3" creationId="{096C54A6-926D-10D1-4350-36E4A5E2FE15}"/>
          </ac:picMkLst>
        </pc:picChg>
      </pc:sldChg>
      <pc:sldChg chg="addSp delSp modSp new del mod">
        <pc:chgData name="SAI SAHASRA MANUKONDA" userId="7433561f35d7f931" providerId="LiveId" clId="{3E9A625D-7109-4696-AA22-1497EAEA0DDF}" dt="2026-09-16T12:24:01.128" v="95" actId="2696"/>
        <pc:sldMkLst>
          <pc:docMk/>
          <pc:sldMk cId="1685711535" sldId="271"/>
        </pc:sldMkLst>
        <pc:spChg chg="mod">
          <ac:chgData name="SAI SAHASRA MANUKONDA" userId="7433561f35d7f931" providerId="LiveId" clId="{3E9A625D-7109-4696-AA22-1497EAEA0DDF}" dt="2026-09-16T12:23:43.600" v="88" actId="20577"/>
          <ac:spMkLst>
            <pc:docMk/>
            <pc:sldMk cId="1685711535" sldId="271"/>
            <ac:spMk id="2" creationId="{5B8B7A67-C10B-D7F7-D7C1-4BD8E16150D3}"/>
          </ac:spMkLst>
        </pc:spChg>
        <pc:spChg chg="mod">
          <ac:chgData name="SAI SAHASRA MANUKONDA" userId="7433561f35d7f931" providerId="LiveId" clId="{3E9A625D-7109-4696-AA22-1497EAEA0DDF}" dt="2026-09-16T12:23:55.907" v="92" actId="20577"/>
          <ac:spMkLst>
            <pc:docMk/>
            <pc:sldMk cId="1685711535" sldId="271"/>
            <ac:spMk id="3" creationId="{570CC694-590A-3A61-7FDC-D57D1B5D7993}"/>
          </ac:spMkLst>
        </pc:spChg>
        <pc:spChg chg="add del mod">
          <ac:chgData name="SAI SAHASRA MANUKONDA" userId="7433561f35d7f931" providerId="LiveId" clId="{3E9A625D-7109-4696-AA22-1497EAEA0DDF}" dt="2026-09-16T12:23:44.790" v="90"/>
          <ac:spMkLst>
            <pc:docMk/>
            <pc:sldMk cId="1685711535" sldId="271"/>
            <ac:spMk id="6" creationId="{096B57B7-E7F7-3053-B535-B7C9E79CD57E}"/>
          </ac:spMkLst>
        </pc:spChg>
        <pc:spChg chg="add del mod">
          <ac:chgData name="SAI SAHASRA MANUKONDA" userId="7433561f35d7f931" providerId="LiveId" clId="{3E9A625D-7109-4696-AA22-1497EAEA0DDF}" dt="2026-09-16T12:23:58.007" v="94"/>
          <ac:spMkLst>
            <pc:docMk/>
            <pc:sldMk cId="1685711535" sldId="271"/>
            <ac:spMk id="7" creationId="{9EDFDF45-761E-342F-201E-EE2274712F7E}"/>
          </ac:spMkLst>
        </pc:spChg>
        <pc:picChg chg="add">
          <ac:chgData name="SAI SAHASRA MANUKONDA" userId="7433561f35d7f931" providerId="LiveId" clId="{3E9A625D-7109-4696-AA22-1497EAEA0DDF}" dt="2026-09-16T04:46:16.893" v="6" actId="22"/>
          <ac:picMkLst>
            <pc:docMk/>
            <pc:sldMk cId="1685711535" sldId="271"/>
            <ac:picMk id="5" creationId="{8A1D92E0-328A-3280-F463-FF81613A6534}"/>
          </ac:picMkLst>
        </pc:picChg>
      </pc:sldChg>
      <pc:sldChg chg="modSp new mod">
        <pc:chgData name="SAI SAHASRA MANUKONDA" userId="7433561f35d7f931" providerId="LiveId" clId="{3E9A625D-7109-4696-AA22-1497EAEA0DDF}" dt="2026-09-16T13:17:54.278" v="352" actId="207"/>
        <pc:sldMkLst>
          <pc:docMk/>
          <pc:sldMk cId="17890549" sldId="272"/>
        </pc:sldMkLst>
        <pc:spChg chg="mod">
          <ac:chgData name="SAI SAHASRA MANUKONDA" userId="7433561f35d7f931" providerId="LiveId" clId="{3E9A625D-7109-4696-AA22-1497EAEA0DDF}" dt="2026-09-16T12:24:08.594" v="119" actId="20577"/>
          <ac:spMkLst>
            <pc:docMk/>
            <pc:sldMk cId="17890549" sldId="272"/>
            <ac:spMk id="2" creationId="{9AE138EF-2B90-3096-4E71-D2D9341FAD6B}"/>
          </ac:spMkLst>
        </pc:spChg>
        <pc:spChg chg="mod">
          <ac:chgData name="SAI SAHASRA MANUKONDA" userId="7433561f35d7f931" providerId="LiveId" clId="{3E9A625D-7109-4696-AA22-1497EAEA0DDF}" dt="2026-09-16T13:17:54.278" v="352" actId="207"/>
          <ac:spMkLst>
            <pc:docMk/>
            <pc:sldMk cId="17890549" sldId="272"/>
            <ac:spMk id="3" creationId="{6B67D99E-46B3-DFC8-4121-06AD54A592AD}"/>
          </ac:spMkLst>
        </pc:spChg>
      </pc:sldChg>
      <pc:sldChg chg="addSp modSp new mod">
        <pc:chgData name="SAI SAHASRA MANUKONDA" userId="7433561f35d7f931" providerId="LiveId" clId="{3E9A625D-7109-4696-AA22-1497EAEA0DDF}" dt="2026-09-16T12:30:33.792" v="151" actId="14100"/>
        <pc:sldMkLst>
          <pc:docMk/>
          <pc:sldMk cId="60356843" sldId="273"/>
        </pc:sldMkLst>
        <pc:spChg chg="mod">
          <ac:chgData name="SAI SAHASRA MANUKONDA" userId="7433561f35d7f931" providerId="LiveId" clId="{3E9A625D-7109-4696-AA22-1497EAEA0DDF}" dt="2026-09-16T12:30:23.696" v="149" actId="20577"/>
          <ac:spMkLst>
            <pc:docMk/>
            <pc:sldMk cId="60356843" sldId="273"/>
            <ac:spMk id="2" creationId="{F0C2A710-0092-5F41-511F-A1705DE0BACD}"/>
          </ac:spMkLst>
        </pc:spChg>
        <pc:spChg chg="mod">
          <ac:chgData name="SAI SAHASRA MANUKONDA" userId="7433561f35d7f931" providerId="LiveId" clId="{3E9A625D-7109-4696-AA22-1497EAEA0DDF}" dt="2026-09-16T12:29:26.632" v="138" actId="14100"/>
          <ac:spMkLst>
            <pc:docMk/>
            <pc:sldMk cId="60356843" sldId="273"/>
            <ac:spMk id="3" creationId="{8B53F4F2-E0AA-800D-B238-4B64E9181604}"/>
          </ac:spMkLst>
        </pc:spChg>
        <pc:picChg chg="add mod">
          <ac:chgData name="SAI SAHASRA MANUKONDA" userId="7433561f35d7f931" providerId="LiveId" clId="{3E9A625D-7109-4696-AA22-1497EAEA0DDF}" dt="2026-09-16T12:30:33.792" v="151" actId="14100"/>
          <ac:picMkLst>
            <pc:docMk/>
            <pc:sldMk cId="60356843" sldId="273"/>
            <ac:picMk id="5" creationId="{CEA7F386-88B9-05D3-E952-2A9EC5849536}"/>
          </ac:picMkLst>
        </pc:picChg>
      </pc:sldChg>
      <pc:sldChg chg="addSp delSp modSp new mod">
        <pc:chgData name="SAI SAHASRA MANUKONDA" userId="7433561f35d7f931" providerId="LiveId" clId="{3E9A625D-7109-4696-AA22-1497EAEA0DDF}" dt="2026-09-16T12:38:29.320" v="261" actId="20577"/>
        <pc:sldMkLst>
          <pc:docMk/>
          <pc:sldMk cId="3528540901" sldId="274"/>
        </pc:sldMkLst>
        <pc:spChg chg="del mod">
          <ac:chgData name="SAI SAHASRA MANUKONDA" userId="7433561f35d7f931" providerId="LiveId" clId="{3E9A625D-7109-4696-AA22-1497EAEA0DDF}" dt="2026-09-16T12:36:43.068" v="200" actId="21"/>
          <ac:spMkLst>
            <pc:docMk/>
            <pc:sldMk cId="3528540901" sldId="274"/>
            <ac:spMk id="2" creationId="{CE6320FA-786C-D617-0E68-B2DC3A109910}"/>
          </ac:spMkLst>
        </pc:spChg>
        <pc:spChg chg="del mod">
          <ac:chgData name="SAI SAHASRA MANUKONDA" userId="7433561f35d7f931" providerId="LiveId" clId="{3E9A625D-7109-4696-AA22-1497EAEA0DDF}" dt="2026-09-16T12:36:43.068" v="200" actId="21"/>
          <ac:spMkLst>
            <pc:docMk/>
            <pc:sldMk cId="3528540901" sldId="274"/>
            <ac:spMk id="3" creationId="{A35A48FB-4D56-540C-0921-C431233B9D68}"/>
          </ac:spMkLst>
        </pc:spChg>
        <pc:spChg chg="add mod">
          <ac:chgData name="SAI SAHASRA MANUKONDA" userId="7433561f35d7f931" providerId="LiveId" clId="{3E9A625D-7109-4696-AA22-1497EAEA0DDF}" dt="2026-09-16T12:37:09.186" v="234" actId="20577"/>
          <ac:spMkLst>
            <pc:docMk/>
            <pc:sldMk cId="3528540901" sldId="274"/>
            <ac:spMk id="6" creationId="{C1BC008A-430C-07AA-2917-11C61CB9317C}"/>
          </ac:spMkLst>
        </pc:spChg>
        <pc:graphicFrameChg chg="add del mod modGraphic">
          <ac:chgData name="SAI SAHASRA MANUKONDA" userId="7433561f35d7f931" providerId="LiveId" clId="{3E9A625D-7109-4696-AA22-1497EAEA0DDF}" dt="2026-09-16T12:36:43.068" v="200" actId="21"/>
          <ac:graphicFrameMkLst>
            <pc:docMk/>
            <pc:sldMk cId="3528540901" sldId="274"/>
            <ac:graphicFrameMk id="4" creationId="{D1D09A2F-0B8A-951E-D872-60260B894A04}"/>
          </ac:graphicFrameMkLst>
        </pc:graphicFrameChg>
        <pc:graphicFrameChg chg="add mod modGraphic">
          <ac:chgData name="SAI SAHASRA MANUKONDA" userId="7433561f35d7f931" providerId="LiveId" clId="{3E9A625D-7109-4696-AA22-1497EAEA0DDF}" dt="2026-09-16T12:38:29.320" v="261" actId="20577"/>
          <ac:graphicFrameMkLst>
            <pc:docMk/>
            <pc:sldMk cId="3528540901" sldId="274"/>
            <ac:graphicFrameMk id="7" creationId="{009544DA-E018-4725-E7AE-F87CD006064B}"/>
          </ac:graphicFrameMkLst>
        </pc:graphicFrameChg>
      </pc:sldChg>
      <pc:sldChg chg="addSp modSp new mod">
        <pc:chgData name="SAI SAHASRA MANUKONDA" userId="7433561f35d7f931" providerId="LiveId" clId="{3E9A625D-7109-4696-AA22-1497EAEA0DDF}" dt="2026-09-16T13:26:42.928" v="355" actId="1035"/>
        <pc:sldMkLst>
          <pc:docMk/>
          <pc:sldMk cId="2391081887" sldId="275"/>
        </pc:sldMkLst>
        <pc:spChg chg="mod">
          <ac:chgData name="SAI SAHASRA MANUKONDA" userId="7433561f35d7f931" providerId="LiveId" clId="{3E9A625D-7109-4696-AA22-1497EAEA0DDF}" dt="2026-09-16T12:46:05.414" v="284" actId="14100"/>
          <ac:spMkLst>
            <pc:docMk/>
            <pc:sldMk cId="2391081887" sldId="275"/>
            <ac:spMk id="2" creationId="{46A56701-BA5A-7958-D3E9-6524A8405205}"/>
          </ac:spMkLst>
        </pc:spChg>
        <pc:spChg chg="mod">
          <ac:chgData name="SAI SAHASRA MANUKONDA" userId="7433561f35d7f931" providerId="LiveId" clId="{3E9A625D-7109-4696-AA22-1497EAEA0DDF}" dt="2026-09-16T12:39:13.219" v="279" actId="14100"/>
          <ac:spMkLst>
            <pc:docMk/>
            <pc:sldMk cId="2391081887" sldId="275"/>
            <ac:spMk id="3" creationId="{D46479B7-F8EC-564C-B69A-0EA58B58752C}"/>
          </ac:spMkLst>
        </pc:spChg>
        <pc:picChg chg="add mod">
          <ac:chgData name="SAI SAHASRA MANUKONDA" userId="7433561f35d7f931" providerId="LiveId" clId="{3E9A625D-7109-4696-AA22-1497EAEA0DDF}" dt="2026-09-16T13:26:42.928" v="355" actId="1035"/>
          <ac:picMkLst>
            <pc:docMk/>
            <pc:sldMk cId="2391081887" sldId="275"/>
            <ac:picMk id="5" creationId="{240F1FF8-978F-D9A4-45C6-DD2930CB1D08}"/>
          </ac:picMkLst>
        </pc:picChg>
      </pc:sldChg>
      <pc:sldChg chg="addSp delSp modSp new mod">
        <pc:chgData name="SAI SAHASRA MANUKONDA" userId="7433561f35d7f931" providerId="LiveId" clId="{3E9A625D-7109-4696-AA22-1497EAEA0DDF}" dt="2026-09-16T12:51:27.347" v="308" actId="14100"/>
        <pc:sldMkLst>
          <pc:docMk/>
          <pc:sldMk cId="1489697708" sldId="276"/>
        </pc:sldMkLst>
        <pc:spChg chg="mod">
          <ac:chgData name="SAI SAHASRA MANUKONDA" userId="7433561f35d7f931" providerId="LiveId" clId="{3E9A625D-7109-4696-AA22-1497EAEA0DDF}" dt="2026-09-16T12:50:11.054" v="298" actId="14100"/>
          <ac:spMkLst>
            <pc:docMk/>
            <pc:sldMk cId="1489697708" sldId="276"/>
            <ac:spMk id="2" creationId="{FE269EC6-CF08-3EF5-7B18-AA2447649083}"/>
          </ac:spMkLst>
        </pc:spChg>
        <pc:picChg chg="add del mod">
          <ac:chgData name="SAI SAHASRA MANUKONDA" userId="7433561f35d7f931" providerId="LiveId" clId="{3E9A625D-7109-4696-AA22-1497EAEA0DDF}" dt="2026-09-16T12:50:23.139" v="302" actId="478"/>
          <ac:picMkLst>
            <pc:docMk/>
            <pc:sldMk cId="1489697708" sldId="276"/>
            <ac:picMk id="5" creationId="{07A942FC-93F9-6141-20EB-1236E6EEC5FA}"/>
          </ac:picMkLst>
        </pc:picChg>
        <pc:picChg chg="add mod">
          <ac:chgData name="SAI SAHASRA MANUKONDA" userId="7433561f35d7f931" providerId="LiveId" clId="{3E9A625D-7109-4696-AA22-1497EAEA0DDF}" dt="2026-09-16T12:51:27.347" v="308" actId="14100"/>
          <ac:picMkLst>
            <pc:docMk/>
            <pc:sldMk cId="1489697708" sldId="276"/>
            <ac:picMk id="7" creationId="{DF8062A0-D675-FA80-10F0-25056B67B63A}"/>
          </ac:picMkLst>
        </pc:picChg>
      </pc:sldChg>
      <pc:sldChg chg="addSp delSp modSp new mod">
        <pc:chgData name="SAI SAHASRA MANUKONDA" userId="7433561f35d7f931" providerId="LiveId" clId="{3E9A625D-7109-4696-AA22-1497EAEA0DDF}" dt="2026-09-16T13:00:15.640" v="351" actId="21"/>
        <pc:sldMkLst>
          <pc:docMk/>
          <pc:sldMk cId="4169307920" sldId="277"/>
        </pc:sldMkLst>
        <pc:spChg chg="mod">
          <ac:chgData name="SAI SAHASRA MANUKONDA" userId="7433561f35d7f931" providerId="LiveId" clId="{3E9A625D-7109-4696-AA22-1497EAEA0DDF}" dt="2026-09-16T12:53:06.777" v="342" actId="20577"/>
          <ac:spMkLst>
            <pc:docMk/>
            <pc:sldMk cId="4169307920" sldId="277"/>
            <ac:spMk id="2" creationId="{F48B5F5B-8C92-B033-027A-A7442A40E43A}"/>
          </ac:spMkLst>
        </pc:spChg>
        <pc:spChg chg="del mod">
          <ac:chgData name="SAI SAHASRA MANUKONDA" userId="7433561f35d7f931" providerId="LiveId" clId="{3E9A625D-7109-4696-AA22-1497EAEA0DDF}" dt="2026-09-16T13:00:15.640" v="351" actId="21"/>
          <ac:spMkLst>
            <pc:docMk/>
            <pc:sldMk cId="4169307920" sldId="277"/>
            <ac:spMk id="3" creationId="{68CD32D3-431A-0BA5-1D7E-DCF50BB9CB5B}"/>
          </ac:spMkLst>
        </pc:spChg>
        <pc:picChg chg="add mod">
          <ac:chgData name="SAI SAHASRA MANUKONDA" userId="7433561f35d7f931" providerId="LiveId" clId="{3E9A625D-7109-4696-AA22-1497EAEA0DDF}" dt="2026-09-16T12:59:37.849" v="347" actId="14100"/>
          <ac:picMkLst>
            <pc:docMk/>
            <pc:sldMk cId="4169307920" sldId="277"/>
            <ac:picMk id="5" creationId="{0DC8E68E-90FA-919A-EB30-39C175946D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0988" y="1636712"/>
            <a:ext cx="4770458" cy="722323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88841" y="1636712"/>
            <a:ext cx="4770457" cy="722323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02545" y="1028700"/>
            <a:ext cx="4770458" cy="82295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365162"/>
            <a:ext cx="2520315" cy="1867535"/>
          </a:xfrm>
          <a:custGeom>
            <a:avLst/>
            <a:gdLst/>
            <a:ahLst/>
            <a:cxnLst/>
            <a:rect l="l" t="t" r="r" b="b"/>
            <a:pathLst>
              <a:path w="2520315" h="1867535">
                <a:moveTo>
                  <a:pt x="1634862" y="1867332"/>
                </a:moveTo>
                <a:lnTo>
                  <a:pt x="0" y="1867291"/>
                </a:lnTo>
                <a:lnTo>
                  <a:pt x="0" y="40"/>
                </a:lnTo>
                <a:lnTo>
                  <a:pt x="1634862" y="0"/>
                </a:lnTo>
                <a:lnTo>
                  <a:pt x="1728758" y="9595"/>
                </a:lnTo>
                <a:lnTo>
                  <a:pt x="1819746" y="28327"/>
                </a:lnTo>
                <a:lnTo>
                  <a:pt x="1907347" y="55721"/>
                </a:lnTo>
                <a:lnTo>
                  <a:pt x="1991082" y="91298"/>
                </a:lnTo>
                <a:lnTo>
                  <a:pt x="2070471" y="134581"/>
                </a:lnTo>
                <a:lnTo>
                  <a:pt x="2145037" y="185094"/>
                </a:lnTo>
                <a:lnTo>
                  <a:pt x="2214299" y="242358"/>
                </a:lnTo>
                <a:lnTo>
                  <a:pt x="2277779" y="305898"/>
                </a:lnTo>
                <a:lnTo>
                  <a:pt x="2334999" y="375235"/>
                </a:lnTo>
                <a:lnTo>
                  <a:pt x="2385478" y="449893"/>
                </a:lnTo>
                <a:lnTo>
                  <a:pt x="2428738" y="529395"/>
                </a:lnTo>
                <a:lnTo>
                  <a:pt x="2464300" y="613263"/>
                </a:lnTo>
                <a:lnTo>
                  <a:pt x="2491685" y="701020"/>
                </a:lnTo>
                <a:lnTo>
                  <a:pt x="2510414" y="792189"/>
                </a:lnTo>
                <a:lnTo>
                  <a:pt x="2520008" y="886293"/>
                </a:lnTo>
                <a:lnTo>
                  <a:pt x="2520008" y="982186"/>
                </a:lnTo>
                <a:lnTo>
                  <a:pt x="2510414" y="1076082"/>
                </a:lnTo>
                <a:lnTo>
                  <a:pt x="2491685" y="1167070"/>
                </a:lnTo>
                <a:lnTo>
                  <a:pt x="2464300" y="1254671"/>
                </a:lnTo>
                <a:lnTo>
                  <a:pt x="2428738" y="1338405"/>
                </a:lnTo>
                <a:lnTo>
                  <a:pt x="2385478" y="1417795"/>
                </a:lnTo>
                <a:lnTo>
                  <a:pt x="2334999" y="1492360"/>
                </a:lnTo>
                <a:lnTo>
                  <a:pt x="2277779" y="1561623"/>
                </a:lnTo>
                <a:lnTo>
                  <a:pt x="2214299" y="1625103"/>
                </a:lnTo>
                <a:lnTo>
                  <a:pt x="2145037" y="1682322"/>
                </a:lnTo>
                <a:lnTo>
                  <a:pt x="2070471" y="1732801"/>
                </a:lnTo>
                <a:lnTo>
                  <a:pt x="1991082" y="1776062"/>
                </a:lnTo>
                <a:lnTo>
                  <a:pt x="1907347" y="1811624"/>
                </a:lnTo>
                <a:lnTo>
                  <a:pt x="1819746" y="1839009"/>
                </a:lnTo>
                <a:lnTo>
                  <a:pt x="1728758" y="1857738"/>
                </a:lnTo>
                <a:lnTo>
                  <a:pt x="1634862" y="1867332"/>
                </a:lnTo>
                <a:close/>
              </a:path>
            </a:pathLst>
          </a:custGeom>
          <a:solidFill>
            <a:srgbClr val="2057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2257703"/>
            <a:ext cx="1389380" cy="1871345"/>
          </a:xfrm>
          <a:custGeom>
            <a:avLst/>
            <a:gdLst/>
            <a:ahLst/>
            <a:cxnLst/>
            <a:rect l="l" t="t" r="r" b="b"/>
            <a:pathLst>
              <a:path w="1389380" h="1871345">
                <a:moveTo>
                  <a:pt x="503654" y="1869812"/>
                </a:moveTo>
                <a:lnTo>
                  <a:pt x="0" y="1871038"/>
                </a:lnTo>
                <a:lnTo>
                  <a:pt x="0" y="0"/>
                </a:lnTo>
                <a:lnTo>
                  <a:pt x="503654" y="1225"/>
                </a:lnTo>
                <a:lnTo>
                  <a:pt x="597550" y="10846"/>
                </a:lnTo>
                <a:lnTo>
                  <a:pt x="688538" y="29627"/>
                </a:lnTo>
                <a:lnTo>
                  <a:pt x="776139" y="57084"/>
                </a:lnTo>
                <a:lnTo>
                  <a:pt x="859874" y="92735"/>
                </a:lnTo>
                <a:lnTo>
                  <a:pt x="939263" y="136097"/>
                </a:lnTo>
                <a:lnTo>
                  <a:pt x="1013829" y="186686"/>
                </a:lnTo>
                <a:lnTo>
                  <a:pt x="1083091" y="244022"/>
                </a:lnTo>
                <a:lnTo>
                  <a:pt x="1146571" y="307621"/>
                </a:lnTo>
                <a:lnTo>
                  <a:pt x="1203791" y="376999"/>
                </a:lnTo>
                <a:lnTo>
                  <a:pt x="1254270" y="451676"/>
                </a:lnTo>
                <a:lnTo>
                  <a:pt x="1297530" y="531167"/>
                </a:lnTo>
                <a:lnTo>
                  <a:pt x="1333092" y="614990"/>
                </a:lnTo>
                <a:lnTo>
                  <a:pt x="1360477" y="702663"/>
                </a:lnTo>
                <a:lnTo>
                  <a:pt x="1379206" y="793702"/>
                </a:lnTo>
                <a:lnTo>
                  <a:pt x="1388800" y="887626"/>
                </a:lnTo>
                <a:lnTo>
                  <a:pt x="1388800" y="983411"/>
                </a:lnTo>
                <a:lnTo>
                  <a:pt x="1379206" y="1077335"/>
                </a:lnTo>
                <a:lnTo>
                  <a:pt x="1360477" y="1168374"/>
                </a:lnTo>
                <a:lnTo>
                  <a:pt x="1333092" y="1256047"/>
                </a:lnTo>
                <a:lnTo>
                  <a:pt x="1297530" y="1339871"/>
                </a:lnTo>
                <a:lnTo>
                  <a:pt x="1254270" y="1419362"/>
                </a:lnTo>
                <a:lnTo>
                  <a:pt x="1203791" y="1494038"/>
                </a:lnTo>
                <a:lnTo>
                  <a:pt x="1146571" y="1563417"/>
                </a:lnTo>
                <a:lnTo>
                  <a:pt x="1083091" y="1627015"/>
                </a:lnTo>
                <a:lnTo>
                  <a:pt x="1013829" y="1684351"/>
                </a:lnTo>
                <a:lnTo>
                  <a:pt x="939263" y="1734941"/>
                </a:lnTo>
                <a:lnTo>
                  <a:pt x="859874" y="1778302"/>
                </a:lnTo>
                <a:lnTo>
                  <a:pt x="776139" y="1813953"/>
                </a:lnTo>
                <a:lnTo>
                  <a:pt x="688538" y="1841410"/>
                </a:lnTo>
                <a:lnTo>
                  <a:pt x="597550" y="1860191"/>
                </a:lnTo>
                <a:lnTo>
                  <a:pt x="503654" y="1869812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915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4671773"/>
            <a:ext cx="8659495" cy="368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528" y="-630912"/>
            <a:ext cx="12386370" cy="3570208"/>
          </a:xfrm>
          <a:prstGeom prst="rect">
            <a:avLst/>
          </a:prstGeom>
        </p:spPr>
        <p:txBody>
          <a:bodyPr vert="horz" wrap="square" lIns="0" tIns="685800" rIns="0" bIns="0" rtlCol="0">
            <a:spAutoFit/>
          </a:bodyPr>
          <a:lstStyle/>
          <a:p>
            <a:pPr marL="12700" marR="5080" indent="1033780">
              <a:lnSpc>
                <a:spcPct val="77400"/>
              </a:lnSpc>
              <a:spcBef>
                <a:spcPts val="5400"/>
              </a:spcBef>
            </a:pPr>
            <a:r>
              <a:rPr lang="en-IN" sz="8000" dirty="0"/>
              <a:t>BERT-Based Automatic Question Classification Using Deep Learning</a:t>
            </a:r>
            <a:endParaRPr sz="8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79CE9-9F1D-B5F7-DAE3-A52A7130AB33}"/>
              </a:ext>
            </a:extLst>
          </p:cNvPr>
          <p:cNvSpPr txBox="1"/>
          <p:nvPr/>
        </p:nvSpPr>
        <p:spPr>
          <a:xfrm>
            <a:off x="609600" y="3771900"/>
            <a:ext cx="9372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APPLIED MACHINE LEARNING FOR TEXT ANALYSIS</a:t>
            </a:r>
          </a:p>
          <a:p>
            <a:endParaRPr lang="en-US" sz="32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    COURSE CODE:</a:t>
            </a:r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 24ALT3101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A2B39-7001-1A3B-F364-C30E9F4F05D0}"/>
              </a:ext>
            </a:extLst>
          </p:cNvPr>
          <p:cNvSpPr txBox="1"/>
          <p:nvPr/>
        </p:nvSpPr>
        <p:spPr>
          <a:xfrm>
            <a:off x="-838200" y="5676900"/>
            <a:ext cx="10252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 </a:t>
            </a:r>
            <a:endParaRPr lang="en-IN" sz="3600" dirty="0"/>
          </a:p>
          <a:p>
            <a:r>
              <a:rPr lang="en-IN" sz="3600" dirty="0"/>
              <a:t>               </a:t>
            </a:r>
            <a:r>
              <a:rPr lang="en-IN" sz="3600" dirty="0">
                <a:solidFill>
                  <a:schemeClr val="accent5">
                    <a:lumMod val="50000"/>
                  </a:schemeClr>
                </a:solidFill>
              </a:rPr>
              <a:t>GUIDE: K. SWANTHANA Mam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0AA1B-4D47-BA18-4648-4FBFF487D603}"/>
              </a:ext>
            </a:extLst>
          </p:cNvPr>
          <p:cNvSpPr txBox="1"/>
          <p:nvPr/>
        </p:nvSpPr>
        <p:spPr>
          <a:xfrm>
            <a:off x="609600" y="6953744"/>
            <a:ext cx="6073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Bookman Old Style" panose="02050604050505020204" pitchFamily="18" charset="0"/>
              </a:rPr>
              <a:t> </a:t>
            </a:r>
          </a:p>
          <a:p>
            <a:r>
              <a:rPr lang="en-US" sz="1800" dirty="0">
                <a:latin typeface="Trebuchet MS" panose="020B0603020202020204" pitchFamily="34" charset="0"/>
              </a:rPr>
              <a:t>   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TEAM NUMBER-4</a:t>
            </a: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M.Sai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Sahasra-2420030706</a:t>
            </a: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CH.Lucky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reddy-2420030739</a:t>
            </a: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K.Sai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Krishna-2420030632</a:t>
            </a:r>
            <a:endParaRPr lang="en-IN" sz="2400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IN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R.Vignesh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reddy-2420090006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4CDA6-ABC9-5F29-4B4D-EFBB6C48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552700"/>
            <a:ext cx="8458200" cy="716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167596-D433-A9A6-86D8-95713A1E1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0" y="-600119"/>
            <a:ext cx="3188484" cy="237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4020800" y="8678770"/>
            <a:ext cx="1582420" cy="1582420"/>
          </a:xfrm>
          <a:custGeom>
            <a:avLst/>
            <a:gdLst/>
            <a:ahLst/>
            <a:cxnLst/>
            <a:rect l="l" t="t" r="r" b="b"/>
            <a:pathLst>
              <a:path w="1582420" h="1582420">
                <a:moveTo>
                  <a:pt x="0" y="791101"/>
                </a:moveTo>
                <a:lnTo>
                  <a:pt x="1833" y="738006"/>
                </a:lnTo>
                <a:lnTo>
                  <a:pt x="7000" y="685821"/>
                </a:lnTo>
                <a:lnTo>
                  <a:pt x="15501" y="634545"/>
                </a:lnTo>
                <a:lnTo>
                  <a:pt x="27335" y="584180"/>
                </a:lnTo>
                <a:lnTo>
                  <a:pt x="42503" y="534724"/>
                </a:lnTo>
                <a:lnTo>
                  <a:pt x="61005" y="486179"/>
                </a:lnTo>
                <a:lnTo>
                  <a:pt x="82840" y="438543"/>
                </a:lnTo>
                <a:lnTo>
                  <a:pt x="108008" y="391818"/>
                </a:lnTo>
                <a:lnTo>
                  <a:pt x="231702" y="231707"/>
                </a:lnTo>
                <a:lnTo>
                  <a:pt x="269547" y="196357"/>
                </a:lnTo>
                <a:lnTo>
                  <a:pt x="309046" y="163841"/>
                </a:lnTo>
                <a:lnTo>
                  <a:pt x="350200" y="134158"/>
                </a:lnTo>
                <a:lnTo>
                  <a:pt x="393009" y="107310"/>
                </a:lnTo>
                <a:lnTo>
                  <a:pt x="437474" y="83296"/>
                </a:lnTo>
                <a:lnTo>
                  <a:pt x="483593" y="62116"/>
                </a:lnTo>
                <a:lnTo>
                  <a:pt x="531367" y="43770"/>
                </a:lnTo>
                <a:lnTo>
                  <a:pt x="580796" y="28258"/>
                </a:lnTo>
                <a:lnTo>
                  <a:pt x="791102" y="0"/>
                </a:lnTo>
                <a:lnTo>
                  <a:pt x="844951" y="180"/>
                </a:lnTo>
                <a:lnTo>
                  <a:pt x="897580" y="4831"/>
                </a:lnTo>
                <a:lnTo>
                  <a:pt x="948989" y="13951"/>
                </a:lnTo>
                <a:lnTo>
                  <a:pt x="999179" y="27542"/>
                </a:lnTo>
                <a:lnTo>
                  <a:pt x="1048148" y="45603"/>
                </a:lnTo>
                <a:lnTo>
                  <a:pt x="1095898" y="68133"/>
                </a:lnTo>
                <a:lnTo>
                  <a:pt x="1143835" y="85971"/>
                </a:lnTo>
                <a:lnTo>
                  <a:pt x="1189571" y="107578"/>
                </a:lnTo>
                <a:lnTo>
                  <a:pt x="1233105" y="132955"/>
                </a:lnTo>
                <a:lnTo>
                  <a:pt x="1274437" y="162103"/>
                </a:lnTo>
                <a:lnTo>
                  <a:pt x="1313567" y="195020"/>
                </a:lnTo>
                <a:lnTo>
                  <a:pt x="1350496" y="231707"/>
                </a:lnTo>
                <a:lnTo>
                  <a:pt x="1387185" y="268636"/>
                </a:lnTo>
                <a:lnTo>
                  <a:pt x="1420103" y="307767"/>
                </a:lnTo>
                <a:lnTo>
                  <a:pt x="1449251" y="349099"/>
                </a:lnTo>
                <a:lnTo>
                  <a:pt x="1474628" y="392633"/>
                </a:lnTo>
                <a:lnTo>
                  <a:pt x="1496234" y="438368"/>
                </a:lnTo>
                <a:lnTo>
                  <a:pt x="1514070" y="486306"/>
                </a:lnTo>
                <a:lnTo>
                  <a:pt x="1536601" y="534053"/>
                </a:lnTo>
                <a:lnTo>
                  <a:pt x="1554662" y="583022"/>
                </a:lnTo>
                <a:lnTo>
                  <a:pt x="1568252" y="633211"/>
                </a:lnTo>
                <a:lnTo>
                  <a:pt x="1577373" y="684620"/>
                </a:lnTo>
                <a:lnTo>
                  <a:pt x="1582024" y="737250"/>
                </a:lnTo>
                <a:lnTo>
                  <a:pt x="1582205" y="791101"/>
                </a:lnTo>
                <a:lnTo>
                  <a:pt x="1580371" y="844196"/>
                </a:lnTo>
                <a:lnTo>
                  <a:pt x="1575204" y="896382"/>
                </a:lnTo>
                <a:lnTo>
                  <a:pt x="1566704" y="947657"/>
                </a:lnTo>
                <a:lnTo>
                  <a:pt x="1554869" y="998023"/>
                </a:lnTo>
                <a:lnTo>
                  <a:pt x="1539701" y="1047478"/>
                </a:lnTo>
                <a:lnTo>
                  <a:pt x="1521200" y="1096024"/>
                </a:lnTo>
                <a:lnTo>
                  <a:pt x="1499365" y="1143660"/>
                </a:lnTo>
                <a:lnTo>
                  <a:pt x="1474196" y="1190386"/>
                </a:lnTo>
                <a:lnTo>
                  <a:pt x="1350496" y="1350493"/>
                </a:lnTo>
                <a:lnTo>
                  <a:pt x="1312653" y="1385843"/>
                </a:lnTo>
                <a:lnTo>
                  <a:pt x="1273155" y="1418359"/>
                </a:lnTo>
                <a:lnTo>
                  <a:pt x="1232001" y="1448042"/>
                </a:lnTo>
                <a:lnTo>
                  <a:pt x="1189193" y="1474890"/>
                </a:lnTo>
                <a:lnTo>
                  <a:pt x="1144729" y="1498904"/>
                </a:lnTo>
                <a:lnTo>
                  <a:pt x="1098611" y="1520083"/>
                </a:lnTo>
                <a:lnTo>
                  <a:pt x="1050837" y="1538429"/>
                </a:lnTo>
                <a:lnTo>
                  <a:pt x="1001409" y="1553940"/>
                </a:lnTo>
                <a:lnTo>
                  <a:pt x="791102" y="1582200"/>
                </a:lnTo>
                <a:lnTo>
                  <a:pt x="737253" y="1582021"/>
                </a:lnTo>
                <a:lnTo>
                  <a:pt x="684624" y="1577371"/>
                </a:lnTo>
                <a:lnTo>
                  <a:pt x="633214" y="1568251"/>
                </a:lnTo>
                <a:lnTo>
                  <a:pt x="583025" y="1554661"/>
                </a:lnTo>
                <a:lnTo>
                  <a:pt x="534056" y="1536601"/>
                </a:lnTo>
                <a:lnTo>
                  <a:pt x="486307" y="1514070"/>
                </a:lnTo>
                <a:lnTo>
                  <a:pt x="438370" y="1496233"/>
                </a:lnTo>
                <a:lnTo>
                  <a:pt x="392634" y="1474626"/>
                </a:lnTo>
                <a:lnTo>
                  <a:pt x="349100" y="1449249"/>
                </a:lnTo>
                <a:lnTo>
                  <a:pt x="307768" y="1420101"/>
                </a:lnTo>
                <a:lnTo>
                  <a:pt x="268637" y="1387184"/>
                </a:lnTo>
                <a:lnTo>
                  <a:pt x="231708" y="1350496"/>
                </a:lnTo>
                <a:lnTo>
                  <a:pt x="195020" y="1313567"/>
                </a:lnTo>
                <a:lnTo>
                  <a:pt x="162102" y="1274436"/>
                </a:lnTo>
                <a:lnTo>
                  <a:pt x="132954" y="1233104"/>
                </a:lnTo>
                <a:lnTo>
                  <a:pt x="107577" y="1189570"/>
                </a:lnTo>
                <a:lnTo>
                  <a:pt x="85971" y="1143834"/>
                </a:lnTo>
                <a:lnTo>
                  <a:pt x="68135" y="1095897"/>
                </a:lnTo>
                <a:lnTo>
                  <a:pt x="45604" y="1048149"/>
                </a:lnTo>
                <a:lnTo>
                  <a:pt x="27543" y="999180"/>
                </a:lnTo>
                <a:lnTo>
                  <a:pt x="13952" y="948991"/>
                </a:lnTo>
                <a:lnTo>
                  <a:pt x="4831" y="897582"/>
                </a:lnTo>
                <a:lnTo>
                  <a:pt x="180" y="844952"/>
                </a:lnTo>
                <a:lnTo>
                  <a:pt x="0" y="791101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5849600" y="9005795"/>
            <a:ext cx="928369" cy="928369"/>
            <a:chOff x="7893094" y="2029397"/>
            <a:chExt cx="928369" cy="928369"/>
          </a:xfrm>
        </p:grpSpPr>
        <p:sp>
          <p:nvSpPr>
            <p:cNvPr id="7" name="object 7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0" y="463529"/>
                  </a:moveTo>
                  <a:lnTo>
                    <a:pt x="2232" y="418095"/>
                  </a:lnTo>
                  <a:lnTo>
                    <a:pt x="8906" y="373098"/>
                  </a:lnTo>
                  <a:lnTo>
                    <a:pt x="19959" y="328973"/>
                  </a:lnTo>
                  <a:lnTo>
                    <a:pt x="35284" y="286144"/>
                  </a:lnTo>
                  <a:lnTo>
                    <a:pt x="54733" y="245022"/>
                  </a:lnTo>
                  <a:lnTo>
                    <a:pt x="78119" y="206006"/>
                  </a:lnTo>
                  <a:lnTo>
                    <a:pt x="105216" y="169469"/>
                  </a:lnTo>
                  <a:lnTo>
                    <a:pt x="135764" y="135764"/>
                  </a:lnTo>
                  <a:lnTo>
                    <a:pt x="169469" y="105216"/>
                  </a:lnTo>
                  <a:lnTo>
                    <a:pt x="206006" y="78118"/>
                  </a:lnTo>
                  <a:lnTo>
                    <a:pt x="245023" y="54732"/>
                  </a:lnTo>
                  <a:lnTo>
                    <a:pt x="286144" y="35284"/>
                  </a:lnTo>
                  <a:lnTo>
                    <a:pt x="328973" y="19959"/>
                  </a:lnTo>
                  <a:lnTo>
                    <a:pt x="373099" y="8906"/>
                  </a:lnTo>
                  <a:lnTo>
                    <a:pt x="418095" y="2232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lnTo>
                    <a:pt x="452150" y="926918"/>
                  </a:lnTo>
                  <a:lnTo>
                    <a:pt x="406784" y="923572"/>
                  </a:lnTo>
                  <a:lnTo>
                    <a:pt x="361965" y="915794"/>
                  </a:lnTo>
                  <a:lnTo>
                    <a:pt x="318125" y="903662"/>
                  </a:lnTo>
                  <a:lnTo>
                    <a:pt x="275684" y="887290"/>
                  </a:lnTo>
                  <a:lnTo>
                    <a:pt x="235053" y="866838"/>
                  </a:lnTo>
                  <a:lnTo>
                    <a:pt x="196622" y="842501"/>
                  </a:lnTo>
                  <a:lnTo>
                    <a:pt x="160761" y="814515"/>
                  </a:lnTo>
                  <a:lnTo>
                    <a:pt x="127817" y="783148"/>
                  </a:lnTo>
                  <a:lnTo>
                    <a:pt x="98105" y="748704"/>
                  </a:lnTo>
                  <a:lnTo>
                    <a:pt x="71913" y="711513"/>
                  </a:lnTo>
                  <a:lnTo>
                    <a:pt x="49491" y="671933"/>
                  </a:lnTo>
                  <a:lnTo>
                    <a:pt x="31058" y="630347"/>
                  </a:lnTo>
                  <a:lnTo>
                    <a:pt x="16789" y="587154"/>
                  </a:lnTo>
                  <a:lnTo>
                    <a:pt x="6823" y="542771"/>
                  </a:lnTo>
                  <a:lnTo>
                    <a:pt x="1255" y="497625"/>
                  </a:lnTo>
                  <a:lnTo>
                    <a:pt x="0" y="463529"/>
                  </a:lnTo>
                  <a:close/>
                </a:path>
              </a:pathLst>
            </a:custGeom>
            <a:solidFill>
              <a:srgbClr val="33858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463529" y="927058"/>
                  </a:moveTo>
                  <a:lnTo>
                    <a:pt x="418095" y="924826"/>
                  </a:lnTo>
                  <a:lnTo>
                    <a:pt x="373099" y="918151"/>
                  </a:lnTo>
                  <a:lnTo>
                    <a:pt x="328973" y="907098"/>
                  </a:lnTo>
                  <a:lnTo>
                    <a:pt x="286144" y="891774"/>
                  </a:lnTo>
                  <a:lnTo>
                    <a:pt x="245023" y="872325"/>
                  </a:lnTo>
                  <a:lnTo>
                    <a:pt x="206006" y="848939"/>
                  </a:lnTo>
                  <a:lnTo>
                    <a:pt x="169469" y="821841"/>
                  </a:lnTo>
                  <a:lnTo>
                    <a:pt x="135764" y="791293"/>
                  </a:lnTo>
                  <a:lnTo>
                    <a:pt x="105216" y="757588"/>
                  </a:lnTo>
                  <a:lnTo>
                    <a:pt x="78119" y="721051"/>
                  </a:lnTo>
                  <a:lnTo>
                    <a:pt x="54733" y="682035"/>
                  </a:lnTo>
                  <a:lnTo>
                    <a:pt x="35284" y="640913"/>
                  </a:lnTo>
                  <a:lnTo>
                    <a:pt x="19959" y="598084"/>
                  </a:lnTo>
                  <a:lnTo>
                    <a:pt x="8906" y="553959"/>
                  </a:lnTo>
                  <a:lnTo>
                    <a:pt x="2232" y="508962"/>
                  </a:lnTo>
                  <a:lnTo>
                    <a:pt x="0" y="463529"/>
                  </a:lnTo>
                  <a:lnTo>
                    <a:pt x="139" y="452150"/>
                  </a:lnTo>
                  <a:lnTo>
                    <a:pt x="3486" y="406784"/>
                  </a:lnTo>
                  <a:lnTo>
                    <a:pt x="11263" y="361965"/>
                  </a:lnTo>
                  <a:lnTo>
                    <a:pt x="23396" y="318125"/>
                  </a:lnTo>
                  <a:lnTo>
                    <a:pt x="39767" y="275684"/>
                  </a:lnTo>
                  <a:lnTo>
                    <a:pt x="60220" y="235053"/>
                  </a:lnTo>
                  <a:lnTo>
                    <a:pt x="84556" y="196622"/>
                  </a:lnTo>
                  <a:lnTo>
                    <a:pt x="112542" y="160761"/>
                  </a:lnTo>
                  <a:lnTo>
                    <a:pt x="143909" y="127816"/>
                  </a:lnTo>
                  <a:lnTo>
                    <a:pt x="178354" y="98105"/>
                  </a:lnTo>
                  <a:lnTo>
                    <a:pt x="215545" y="71912"/>
                  </a:lnTo>
                  <a:lnTo>
                    <a:pt x="255124" y="49491"/>
                  </a:lnTo>
                  <a:lnTo>
                    <a:pt x="296710" y="31058"/>
                  </a:lnTo>
                  <a:lnTo>
                    <a:pt x="339903" y="16789"/>
                  </a:lnTo>
                  <a:lnTo>
                    <a:pt x="384286" y="6823"/>
                  </a:lnTo>
                  <a:lnTo>
                    <a:pt x="429433" y="1255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992349" y="9218815"/>
            <a:ext cx="502284" cy="502284"/>
            <a:chOff x="9073507" y="2228162"/>
            <a:chExt cx="502284" cy="502284"/>
          </a:xfrm>
        </p:grpSpPr>
        <p:sp>
          <p:nvSpPr>
            <p:cNvPr id="10" name="object 10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0" y="258582"/>
                  </a:moveTo>
                  <a:lnTo>
                    <a:pt x="0" y="242181"/>
                  </a:lnTo>
                  <a:lnTo>
                    <a:pt x="401" y="234001"/>
                  </a:lnTo>
                  <a:lnTo>
                    <a:pt x="6410" y="193492"/>
                  </a:lnTo>
                  <a:lnTo>
                    <a:pt x="22197" y="146988"/>
                  </a:lnTo>
                  <a:lnTo>
                    <a:pt x="46752" y="104458"/>
                  </a:lnTo>
                  <a:lnTo>
                    <a:pt x="79133" y="67536"/>
                  </a:lnTo>
                  <a:lnTo>
                    <a:pt x="118095" y="37641"/>
                  </a:lnTo>
                  <a:lnTo>
                    <a:pt x="162141" y="15921"/>
                  </a:lnTo>
                  <a:lnTo>
                    <a:pt x="209577" y="3211"/>
                  </a:lnTo>
                  <a:lnTo>
                    <a:pt x="242181" y="0"/>
                  </a:lnTo>
                  <a:lnTo>
                    <a:pt x="258582" y="0"/>
                  </a:lnTo>
                  <a:lnTo>
                    <a:pt x="307272" y="6410"/>
                  </a:lnTo>
                  <a:lnTo>
                    <a:pt x="353775" y="22197"/>
                  </a:lnTo>
                  <a:lnTo>
                    <a:pt x="396305" y="46752"/>
                  </a:lnTo>
                  <a:lnTo>
                    <a:pt x="433227" y="79133"/>
                  </a:lnTo>
                  <a:lnTo>
                    <a:pt x="463123" y="118095"/>
                  </a:lnTo>
                  <a:lnTo>
                    <a:pt x="484843" y="162141"/>
                  </a:lnTo>
                  <a:lnTo>
                    <a:pt x="497553" y="209577"/>
                  </a:lnTo>
                  <a:lnTo>
                    <a:pt x="500764" y="242181"/>
                  </a:lnTo>
                  <a:lnTo>
                    <a:pt x="500764" y="258582"/>
                  </a:lnTo>
                  <a:lnTo>
                    <a:pt x="494353" y="307272"/>
                  </a:lnTo>
                  <a:lnTo>
                    <a:pt x="478567" y="353775"/>
                  </a:lnTo>
                  <a:lnTo>
                    <a:pt x="454011" y="396305"/>
                  </a:lnTo>
                  <a:lnTo>
                    <a:pt x="421630" y="433227"/>
                  </a:lnTo>
                  <a:lnTo>
                    <a:pt x="382668" y="463123"/>
                  </a:lnTo>
                  <a:lnTo>
                    <a:pt x="338623" y="484843"/>
                  </a:lnTo>
                  <a:lnTo>
                    <a:pt x="291186" y="497553"/>
                  </a:lnTo>
                  <a:lnTo>
                    <a:pt x="258582" y="500764"/>
                  </a:lnTo>
                  <a:lnTo>
                    <a:pt x="250382" y="500764"/>
                  </a:lnTo>
                  <a:lnTo>
                    <a:pt x="242181" y="500764"/>
                  </a:lnTo>
                  <a:lnTo>
                    <a:pt x="193492" y="494353"/>
                  </a:lnTo>
                  <a:lnTo>
                    <a:pt x="146989" y="478567"/>
                  </a:lnTo>
                  <a:lnTo>
                    <a:pt x="104459" y="454011"/>
                  </a:lnTo>
                  <a:lnTo>
                    <a:pt x="67536" y="421630"/>
                  </a:lnTo>
                  <a:lnTo>
                    <a:pt x="37641" y="382668"/>
                  </a:lnTo>
                  <a:lnTo>
                    <a:pt x="15921" y="338623"/>
                  </a:lnTo>
                  <a:lnTo>
                    <a:pt x="3211" y="291186"/>
                  </a:lnTo>
                  <a:lnTo>
                    <a:pt x="401" y="266763"/>
                  </a:lnTo>
                  <a:lnTo>
                    <a:pt x="0" y="258582"/>
                  </a:lnTo>
                  <a:close/>
                </a:path>
              </a:pathLst>
            </a:custGeom>
            <a:solidFill>
              <a:srgbClr val="205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2" y="500764"/>
                  </a:moveTo>
                  <a:lnTo>
                    <a:pt x="242181" y="500764"/>
                  </a:lnTo>
                  <a:lnTo>
                    <a:pt x="234001" y="500362"/>
                  </a:lnTo>
                  <a:lnTo>
                    <a:pt x="225840" y="499558"/>
                  </a:lnTo>
                  <a:lnTo>
                    <a:pt x="217679" y="498754"/>
                  </a:lnTo>
                  <a:lnTo>
                    <a:pt x="209577" y="497553"/>
                  </a:lnTo>
                  <a:lnTo>
                    <a:pt x="201535" y="495953"/>
                  </a:lnTo>
                  <a:lnTo>
                    <a:pt x="193492" y="494353"/>
                  </a:lnTo>
                  <a:lnTo>
                    <a:pt x="154565" y="481705"/>
                  </a:lnTo>
                  <a:lnTo>
                    <a:pt x="146989" y="478567"/>
                  </a:lnTo>
                  <a:lnTo>
                    <a:pt x="111277" y="458567"/>
                  </a:lnTo>
                  <a:lnTo>
                    <a:pt x="104459" y="454011"/>
                  </a:lnTo>
                  <a:lnTo>
                    <a:pt x="73335" y="427429"/>
                  </a:lnTo>
                  <a:lnTo>
                    <a:pt x="46752" y="396305"/>
                  </a:lnTo>
                  <a:lnTo>
                    <a:pt x="42197" y="389487"/>
                  </a:lnTo>
                  <a:lnTo>
                    <a:pt x="37641" y="382668"/>
                  </a:lnTo>
                  <a:lnTo>
                    <a:pt x="19059" y="346199"/>
                  </a:lnTo>
                  <a:lnTo>
                    <a:pt x="15921" y="338623"/>
                  </a:lnTo>
                  <a:lnTo>
                    <a:pt x="4811" y="299229"/>
                  </a:lnTo>
                  <a:lnTo>
                    <a:pt x="3211" y="291186"/>
                  </a:lnTo>
                  <a:lnTo>
                    <a:pt x="2009" y="283084"/>
                  </a:lnTo>
                  <a:lnTo>
                    <a:pt x="1205" y="274923"/>
                  </a:lnTo>
                  <a:lnTo>
                    <a:pt x="401" y="266763"/>
                  </a:lnTo>
                  <a:lnTo>
                    <a:pt x="0" y="258582"/>
                  </a:lnTo>
                  <a:lnTo>
                    <a:pt x="0" y="250382"/>
                  </a:lnTo>
                  <a:lnTo>
                    <a:pt x="0" y="242181"/>
                  </a:lnTo>
                  <a:lnTo>
                    <a:pt x="4811" y="201535"/>
                  </a:lnTo>
                  <a:lnTo>
                    <a:pt x="6410" y="193492"/>
                  </a:lnTo>
                  <a:lnTo>
                    <a:pt x="8400" y="185547"/>
                  </a:lnTo>
                  <a:lnTo>
                    <a:pt x="10781" y="177700"/>
                  </a:lnTo>
                  <a:lnTo>
                    <a:pt x="13161" y="169852"/>
                  </a:lnTo>
                  <a:lnTo>
                    <a:pt x="15921" y="162141"/>
                  </a:lnTo>
                  <a:lnTo>
                    <a:pt x="19059" y="154565"/>
                  </a:lnTo>
                  <a:lnTo>
                    <a:pt x="22197" y="146988"/>
                  </a:lnTo>
                  <a:lnTo>
                    <a:pt x="42197" y="111277"/>
                  </a:lnTo>
                  <a:lnTo>
                    <a:pt x="46752" y="104458"/>
                  </a:lnTo>
                  <a:lnTo>
                    <a:pt x="51631" y="97880"/>
                  </a:lnTo>
                  <a:lnTo>
                    <a:pt x="56834" y="91541"/>
                  </a:lnTo>
                  <a:lnTo>
                    <a:pt x="62036" y="85202"/>
                  </a:lnTo>
                  <a:lnTo>
                    <a:pt x="67536" y="79133"/>
                  </a:lnTo>
                  <a:lnTo>
                    <a:pt x="73335" y="73335"/>
                  </a:lnTo>
                  <a:lnTo>
                    <a:pt x="79133" y="67536"/>
                  </a:lnTo>
                  <a:lnTo>
                    <a:pt x="111277" y="42196"/>
                  </a:lnTo>
                  <a:lnTo>
                    <a:pt x="146989" y="22197"/>
                  </a:lnTo>
                  <a:lnTo>
                    <a:pt x="185547" y="8400"/>
                  </a:lnTo>
                  <a:lnTo>
                    <a:pt x="225840" y="1205"/>
                  </a:lnTo>
                  <a:lnTo>
                    <a:pt x="242181" y="0"/>
                  </a:lnTo>
                  <a:lnTo>
                    <a:pt x="250382" y="0"/>
                  </a:lnTo>
                  <a:lnTo>
                    <a:pt x="258582" y="0"/>
                  </a:lnTo>
                  <a:lnTo>
                    <a:pt x="266763" y="401"/>
                  </a:lnTo>
                  <a:lnTo>
                    <a:pt x="274924" y="1205"/>
                  </a:lnTo>
                  <a:lnTo>
                    <a:pt x="283084" y="2009"/>
                  </a:lnTo>
                  <a:lnTo>
                    <a:pt x="323064" y="10781"/>
                  </a:lnTo>
                  <a:lnTo>
                    <a:pt x="361179" y="25699"/>
                  </a:lnTo>
                  <a:lnTo>
                    <a:pt x="368411" y="29564"/>
                  </a:lnTo>
                  <a:lnTo>
                    <a:pt x="375643" y="33430"/>
                  </a:lnTo>
                  <a:lnTo>
                    <a:pt x="409223" y="56834"/>
                  </a:lnTo>
                  <a:lnTo>
                    <a:pt x="415562" y="62036"/>
                  </a:lnTo>
                  <a:lnTo>
                    <a:pt x="443930" y="91541"/>
                  </a:lnTo>
                  <a:lnTo>
                    <a:pt x="467334" y="125120"/>
                  </a:lnTo>
                  <a:lnTo>
                    <a:pt x="484843" y="162141"/>
                  </a:lnTo>
                  <a:lnTo>
                    <a:pt x="495953" y="201535"/>
                  </a:lnTo>
                  <a:lnTo>
                    <a:pt x="497553" y="209577"/>
                  </a:lnTo>
                  <a:lnTo>
                    <a:pt x="498755" y="217679"/>
                  </a:lnTo>
                  <a:lnTo>
                    <a:pt x="499558" y="225840"/>
                  </a:lnTo>
                  <a:lnTo>
                    <a:pt x="500362" y="234001"/>
                  </a:lnTo>
                  <a:lnTo>
                    <a:pt x="500764" y="242181"/>
                  </a:lnTo>
                  <a:lnTo>
                    <a:pt x="500764" y="250382"/>
                  </a:lnTo>
                  <a:lnTo>
                    <a:pt x="500764" y="258582"/>
                  </a:lnTo>
                  <a:lnTo>
                    <a:pt x="500362" y="266763"/>
                  </a:lnTo>
                  <a:lnTo>
                    <a:pt x="499558" y="274923"/>
                  </a:lnTo>
                  <a:lnTo>
                    <a:pt x="498755" y="283084"/>
                  </a:lnTo>
                  <a:lnTo>
                    <a:pt x="497553" y="291186"/>
                  </a:lnTo>
                  <a:lnTo>
                    <a:pt x="495953" y="299229"/>
                  </a:lnTo>
                  <a:lnTo>
                    <a:pt x="494353" y="307272"/>
                  </a:lnTo>
                  <a:lnTo>
                    <a:pt x="481705" y="346199"/>
                  </a:lnTo>
                  <a:lnTo>
                    <a:pt x="478567" y="353775"/>
                  </a:lnTo>
                  <a:lnTo>
                    <a:pt x="475065" y="361179"/>
                  </a:lnTo>
                  <a:lnTo>
                    <a:pt x="471199" y="368411"/>
                  </a:lnTo>
                  <a:lnTo>
                    <a:pt x="467334" y="375643"/>
                  </a:lnTo>
                  <a:lnTo>
                    <a:pt x="463123" y="382668"/>
                  </a:lnTo>
                  <a:lnTo>
                    <a:pt x="458567" y="389486"/>
                  </a:lnTo>
                  <a:lnTo>
                    <a:pt x="454011" y="396305"/>
                  </a:lnTo>
                  <a:lnTo>
                    <a:pt x="427429" y="427429"/>
                  </a:lnTo>
                  <a:lnTo>
                    <a:pt x="421630" y="433227"/>
                  </a:lnTo>
                  <a:lnTo>
                    <a:pt x="415562" y="438728"/>
                  </a:lnTo>
                  <a:lnTo>
                    <a:pt x="409223" y="443930"/>
                  </a:lnTo>
                  <a:lnTo>
                    <a:pt x="402884" y="449132"/>
                  </a:lnTo>
                  <a:lnTo>
                    <a:pt x="368411" y="471199"/>
                  </a:lnTo>
                  <a:lnTo>
                    <a:pt x="346199" y="481705"/>
                  </a:lnTo>
                  <a:lnTo>
                    <a:pt x="338623" y="484843"/>
                  </a:lnTo>
                  <a:lnTo>
                    <a:pt x="330911" y="487602"/>
                  </a:lnTo>
                  <a:lnTo>
                    <a:pt x="323064" y="489982"/>
                  </a:lnTo>
                  <a:lnTo>
                    <a:pt x="315217" y="492363"/>
                  </a:lnTo>
                  <a:lnTo>
                    <a:pt x="307272" y="494353"/>
                  </a:lnTo>
                  <a:lnTo>
                    <a:pt x="299229" y="495953"/>
                  </a:lnTo>
                  <a:lnTo>
                    <a:pt x="291186" y="497553"/>
                  </a:lnTo>
                  <a:lnTo>
                    <a:pt x="283084" y="498755"/>
                  </a:lnTo>
                  <a:lnTo>
                    <a:pt x="274924" y="499558"/>
                  </a:lnTo>
                  <a:lnTo>
                    <a:pt x="266763" y="500362"/>
                  </a:lnTo>
                  <a:lnTo>
                    <a:pt x="258582" y="500764"/>
                  </a:lnTo>
                  <a:lnTo>
                    <a:pt x="250382" y="500764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41C48D0-F7E9-83C6-B160-6C76AAFBB47E}"/>
              </a:ext>
            </a:extLst>
          </p:cNvPr>
          <p:cNvSpPr txBox="1"/>
          <p:nvPr/>
        </p:nvSpPr>
        <p:spPr>
          <a:xfrm>
            <a:off x="1600200" y="1156033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skerville Old Face" panose="02020602080505020303" pitchFamily="18" charset="0"/>
              </a:rPr>
              <a:t>INTRODUCTION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7F8DA2-4C79-9179-DDCC-CA43A05C06F8}"/>
              </a:ext>
            </a:extLst>
          </p:cNvPr>
          <p:cNvSpPr txBox="1"/>
          <p:nvPr/>
        </p:nvSpPr>
        <p:spPr>
          <a:xfrm>
            <a:off x="990600" y="2476500"/>
            <a:ext cx="11696743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Question classification is an important task in </a:t>
            </a:r>
            <a:r>
              <a:rPr lang="en-IN" sz="2800" b="1" dirty="0"/>
              <a:t>Natural Language Processing (NLP)</a:t>
            </a:r>
            <a:r>
              <a:rPr lang="en-IN" sz="2800" dirty="0"/>
              <a:t> that automatically categorizes questions based on their meaning.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Traditional machine learning methods mainly rely on keywords and often fail to understand the context of a question.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This project uses </a:t>
            </a:r>
            <a:r>
              <a:rPr lang="en-IN" sz="2800" b="1" dirty="0"/>
              <a:t>BERT (Bidirectional Encoder Representations from Transformers)</a:t>
            </a:r>
            <a:r>
              <a:rPr lang="en-IN" sz="2800" dirty="0"/>
              <a:t> to understand the semantic meaning of questions and classify them accurately.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The system predicts categories such as </a:t>
            </a:r>
            <a:r>
              <a:rPr lang="en-IN" sz="2800" b="1" dirty="0"/>
              <a:t>Science, Mathematics, History, Geography, Computer Science, and General Knowledge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It can be used in </a:t>
            </a:r>
            <a:r>
              <a:rPr lang="en-IN" sz="2800" b="1" dirty="0"/>
              <a:t>educational platforms, FAQ systems, search engines, and AI-powered chatbots</a:t>
            </a:r>
            <a:r>
              <a:rPr lang="en-IN" sz="2800" dirty="0"/>
              <a:t> for fast and accurate question classification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95764F-4395-5564-3EB1-B270BE66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0" y="1562100"/>
            <a:ext cx="4781550" cy="647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66CB19-21DE-EBE2-24ED-5977A4965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09450"/>
            <a:ext cx="3188484" cy="2371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0626" cy="10287000"/>
            <a:chOff x="-9624843" y="1082777"/>
            <a:chExt cx="18280626" cy="10287000"/>
          </a:xfrm>
        </p:grpSpPr>
        <p:sp>
          <p:nvSpPr>
            <p:cNvPr id="4" name="object 4"/>
            <p:cNvSpPr/>
            <p:nvPr/>
          </p:nvSpPr>
          <p:spPr>
            <a:xfrm>
              <a:off x="-9624843" y="6739357"/>
              <a:ext cx="2178685" cy="4630420"/>
            </a:xfrm>
            <a:custGeom>
              <a:avLst/>
              <a:gdLst/>
              <a:ahLst/>
              <a:cxnLst/>
              <a:rect l="l" t="t" r="r" b="b"/>
              <a:pathLst>
                <a:path w="2178685" h="4630420">
                  <a:moveTo>
                    <a:pt x="2178430" y="4629858"/>
                  </a:moveTo>
                  <a:lnTo>
                    <a:pt x="0" y="4629858"/>
                  </a:lnTo>
                  <a:lnTo>
                    <a:pt x="0" y="2171160"/>
                  </a:lnTo>
                  <a:lnTo>
                    <a:pt x="2128" y="2074902"/>
                  </a:lnTo>
                  <a:lnTo>
                    <a:pt x="18881" y="1885576"/>
                  </a:lnTo>
                  <a:lnTo>
                    <a:pt x="51695" y="1701107"/>
                  </a:lnTo>
                  <a:lnTo>
                    <a:pt x="99847" y="1522219"/>
                  </a:lnTo>
                  <a:lnTo>
                    <a:pt x="162613" y="1349633"/>
                  </a:lnTo>
                  <a:lnTo>
                    <a:pt x="239272" y="1184073"/>
                  </a:lnTo>
                  <a:lnTo>
                    <a:pt x="329101" y="1026261"/>
                  </a:lnTo>
                  <a:lnTo>
                    <a:pt x="431376" y="876921"/>
                  </a:lnTo>
                  <a:lnTo>
                    <a:pt x="545375" y="736774"/>
                  </a:lnTo>
                  <a:lnTo>
                    <a:pt x="670375" y="606545"/>
                  </a:lnTo>
                  <a:lnTo>
                    <a:pt x="805653" y="486955"/>
                  </a:lnTo>
                  <a:lnTo>
                    <a:pt x="950487" y="378728"/>
                  </a:lnTo>
                  <a:lnTo>
                    <a:pt x="1104153" y="282586"/>
                  </a:lnTo>
                  <a:lnTo>
                    <a:pt x="1265929" y="199252"/>
                  </a:lnTo>
                  <a:lnTo>
                    <a:pt x="1435093" y="129448"/>
                  </a:lnTo>
                  <a:lnTo>
                    <a:pt x="1610920" y="73899"/>
                  </a:lnTo>
                  <a:lnTo>
                    <a:pt x="1792689" y="33325"/>
                  </a:lnTo>
                  <a:lnTo>
                    <a:pt x="1979677" y="8451"/>
                  </a:lnTo>
                  <a:lnTo>
                    <a:pt x="2178430" y="0"/>
                  </a:lnTo>
                  <a:lnTo>
                    <a:pt x="2178430" y="4629858"/>
                  </a:lnTo>
                  <a:close/>
                </a:path>
              </a:pathLst>
            </a:custGeom>
            <a:solidFill>
              <a:srgbClr val="296D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40978" y="1082777"/>
              <a:ext cx="1614805" cy="2813050"/>
            </a:xfrm>
            <a:custGeom>
              <a:avLst/>
              <a:gdLst/>
              <a:ahLst/>
              <a:cxnLst/>
              <a:rect l="l" t="t" r="r" b="b"/>
              <a:pathLst>
                <a:path w="1614805" h="2813050">
                  <a:moveTo>
                    <a:pt x="1614465" y="2812975"/>
                  </a:moveTo>
                  <a:lnTo>
                    <a:pt x="0" y="2812975"/>
                  </a:lnTo>
                  <a:lnTo>
                    <a:pt x="0" y="0"/>
                  </a:lnTo>
                  <a:lnTo>
                    <a:pt x="180058" y="56537"/>
                  </a:lnTo>
                  <a:lnTo>
                    <a:pt x="349279" y="126254"/>
                  </a:lnTo>
                  <a:lnTo>
                    <a:pt x="511077" y="209496"/>
                  </a:lnTo>
                  <a:lnTo>
                    <a:pt x="664733" y="305546"/>
                  </a:lnTo>
                  <a:lnTo>
                    <a:pt x="809531" y="413685"/>
                  </a:lnTo>
                  <a:lnTo>
                    <a:pt x="944753" y="533195"/>
                  </a:lnTo>
                  <a:lnTo>
                    <a:pt x="1069679" y="663359"/>
                  </a:lnTo>
                  <a:lnTo>
                    <a:pt x="1183594" y="803458"/>
                  </a:lnTo>
                  <a:lnTo>
                    <a:pt x="1285778" y="952775"/>
                  </a:lnTo>
                  <a:lnTo>
                    <a:pt x="1375513" y="1110592"/>
                  </a:lnTo>
                  <a:lnTo>
                    <a:pt x="1452083" y="1276191"/>
                  </a:lnTo>
                  <a:lnTo>
                    <a:pt x="1514768" y="1448854"/>
                  </a:lnTo>
                  <a:lnTo>
                    <a:pt x="1562852" y="1627863"/>
                  </a:lnTo>
                  <a:lnTo>
                    <a:pt x="1595615" y="1812500"/>
                  </a:lnTo>
                  <a:lnTo>
                    <a:pt x="1612341" y="2002047"/>
                  </a:lnTo>
                  <a:lnTo>
                    <a:pt x="1614465" y="2098438"/>
                  </a:lnTo>
                  <a:lnTo>
                    <a:pt x="1614465" y="2812975"/>
                  </a:lnTo>
                  <a:close/>
                </a:path>
              </a:pathLst>
            </a:custGeom>
            <a:solidFill>
              <a:srgbClr val="339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5272181-0E89-FCB2-471E-472667CCEC65}"/>
              </a:ext>
            </a:extLst>
          </p:cNvPr>
          <p:cNvSpPr txBox="1"/>
          <p:nvPr/>
        </p:nvSpPr>
        <p:spPr>
          <a:xfrm>
            <a:off x="4267200" y="898693"/>
            <a:ext cx="1104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skerville Old Face" panose="02020602080505020303" pitchFamily="18" charset="0"/>
              </a:rPr>
              <a:t>PROBLEM STATEMENT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0A0D7-F5A5-04D7-568A-C16637452585}"/>
              </a:ext>
            </a:extLst>
          </p:cNvPr>
          <p:cNvSpPr txBox="1"/>
          <p:nvPr/>
        </p:nvSpPr>
        <p:spPr>
          <a:xfrm>
            <a:off x="2362200" y="2400300"/>
            <a:ext cx="115062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Online learning platforms, examination systems, educational websites applications receive thousands of questions every day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Organizing these questions manually into appropriate categories is time-consuming, inconsistent, and requires significant human effort.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Therefore, there is a need for an intelligent question classification system that can understand the context of a question and automatically assign it to the correct category with high accuracy.</a:t>
            </a:r>
          </a:p>
          <a:p>
            <a:r>
              <a:rPr lang="en-IN" sz="2400" b="1" dirty="0"/>
              <a:t>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Large volume of questions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Manual classification is slow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Keyword-based systems are inaccurate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Different ways of asking the same question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Need for real-time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US" dirty="0">
              <a:latin typeface="Aptos Display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424A2-3AE9-AA8C-26C4-91185897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5524500"/>
            <a:ext cx="5257800" cy="4572000"/>
          </a:xfrm>
          <a:prstGeom prst="rect">
            <a:avLst/>
          </a:prstGeom>
        </p:spPr>
      </p:pic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14" y="-6477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338" y="0"/>
            <a:ext cx="5071745" cy="2867025"/>
          </a:xfrm>
          <a:custGeom>
            <a:avLst/>
            <a:gdLst/>
            <a:ahLst/>
            <a:cxnLst/>
            <a:rect l="l" t="t" r="r" b="b"/>
            <a:pathLst>
              <a:path w="5071745" h="2867025">
                <a:moveTo>
                  <a:pt x="2802565" y="1306030"/>
                </a:moveTo>
                <a:lnTo>
                  <a:pt x="505287" y="1306030"/>
                </a:lnTo>
                <a:lnTo>
                  <a:pt x="551378" y="1303168"/>
                </a:lnTo>
                <a:lnTo>
                  <a:pt x="595760" y="1294811"/>
                </a:lnTo>
                <a:lnTo>
                  <a:pt x="638087" y="1281304"/>
                </a:lnTo>
                <a:lnTo>
                  <a:pt x="678016" y="1262990"/>
                </a:lnTo>
                <a:lnTo>
                  <a:pt x="715202" y="1240213"/>
                </a:lnTo>
                <a:lnTo>
                  <a:pt x="749302" y="1213318"/>
                </a:lnTo>
                <a:lnTo>
                  <a:pt x="779972" y="1182649"/>
                </a:lnTo>
                <a:lnTo>
                  <a:pt x="806867" y="1148549"/>
                </a:lnTo>
                <a:lnTo>
                  <a:pt x="829643" y="1111363"/>
                </a:lnTo>
                <a:lnTo>
                  <a:pt x="847957" y="1071434"/>
                </a:lnTo>
                <a:lnTo>
                  <a:pt x="861464" y="1029107"/>
                </a:lnTo>
                <a:lnTo>
                  <a:pt x="869821" y="984725"/>
                </a:lnTo>
                <a:lnTo>
                  <a:pt x="872683" y="938633"/>
                </a:lnTo>
                <a:lnTo>
                  <a:pt x="872683" y="0"/>
                </a:lnTo>
                <a:lnTo>
                  <a:pt x="2435169" y="0"/>
                </a:lnTo>
                <a:lnTo>
                  <a:pt x="2435169" y="938633"/>
                </a:lnTo>
                <a:lnTo>
                  <a:pt x="2438031" y="984725"/>
                </a:lnTo>
                <a:lnTo>
                  <a:pt x="2446388" y="1029107"/>
                </a:lnTo>
                <a:lnTo>
                  <a:pt x="2459895" y="1071434"/>
                </a:lnTo>
                <a:lnTo>
                  <a:pt x="2478209" y="1111363"/>
                </a:lnTo>
                <a:lnTo>
                  <a:pt x="2500985" y="1148549"/>
                </a:lnTo>
                <a:lnTo>
                  <a:pt x="2527880" y="1182649"/>
                </a:lnTo>
                <a:lnTo>
                  <a:pt x="2558550" y="1213318"/>
                </a:lnTo>
                <a:lnTo>
                  <a:pt x="2592649" y="1240213"/>
                </a:lnTo>
                <a:lnTo>
                  <a:pt x="2629836" y="1262990"/>
                </a:lnTo>
                <a:lnTo>
                  <a:pt x="2669765" y="1281304"/>
                </a:lnTo>
                <a:lnTo>
                  <a:pt x="2712092" y="1294811"/>
                </a:lnTo>
                <a:lnTo>
                  <a:pt x="2756473" y="1303168"/>
                </a:lnTo>
                <a:lnTo>
                  <a:pt x="2802565" y="1306030"/>
                </a:lnTo>
                <a:close/>
              </a:path>
              <a:path w="5071745" h="2867025">
                <a:moveTo>
                  <a:pt x="5071281" y="1306030"/>
                </a:moveTo>
                <a:lnTo>
                  <a:pt x="3140798" y="1306030"/>
                </a:lnTo>
                <a:lnTo>
                  <a:pt x="3186890" y="1303168"/>
                </a:lnTo>
                <a:lnTo>
                  <a:pt x="3231271" y="1294811"/>
                </a:lnTo>
                <a:lnTo>
                  <a:pt x="3273598" y="1281304"/>
                </a:lnTo>
                <a:lnTo>
                  <a:pt x="3313527" y="1262990"/>
                </a:lnTo>
                <a:lnTo>
                  <a:pt x="3350714" y="1240213"/>
                </a:lnTo>
                <a:lnTo>
                  <a:pt x="3384814" y="1213318"/>
                </a:lnTo>
                <a:lnTo>
                  <a:pt x="3415483" y="1182649"/>
                </a:lnTo>
                <a:lnTo>
                  <a:pt x="3442378" y="1148549"/>
                </a:lnTo>
                <a:lnTo>
                  <a:pt x="3465154" y="1111363"/>
                </a:lnTo>
                <a:lnTo>
                  <a:pt x="3483468" y="1071434"/>
                </a:lnTo>
                <a:lnTo>
                  <a:pt x="3496976" y="1029107"/>
                </a:lnTo>
                <a:lnTo>
                  <a:pt x="3505332" y="984725"/>
                </a:lnTo>
                <a:lnTo>
                  <a:pt x="3508194" y="938633"/>
                </a:lnTo>
                <a:lnTo>
                  <a:pt x="3508194" y="0"/>
                </a:lnTo>
                <a:lnTo>
                  <a:pt x="5071281" y="0"/>
                </a:lnTo>
                <a:lnTo>
                  <a:pt x="5071281" y="1306030"/>
                </a:lnTo>
                <a:close/>
              </a:path>
              <a:path w="5071745" h="2867025">
                <a:moveTo>
                  <a:pt x="1105988" y="2867024"/>
                </a:moveTo>
                <a:lnTo>
                  <a:pt x="0" y="2867024"/>
                </a:lnTo>
                <a:lnTo>
                  <a:pt x="0" y="1265593"/>
                </a:lnTo>
                <a:lnTo>
                  <a:pt x="34253" y="1281304"/>
                </a:lnTo>
                <a:lnTo>
                  <a:pt x="76580" y="1294811"/>
                </a:lnTo>
                <a:lnTo>
                  <a:pt x="120962" y="1303168"/>
                </a:lnTo>
                <a:lnTo>
                  <a:pt x="167054" y="1306030"/>
                </a:lnTo>
                <a:lnTo>
                  <a:pt x="5071281" y="1306030"/>
                </a:lnTo>
                <a:lnTo>
                  <a:pt x="5071281" y="1562485"/>
                </a:lnTo>
                <a:lnTo>
                  <a:pt x="1473384" y="1562485"/>
                </a:lnTo>
                <a:lnTo>
                  <a:pt x="1427293" y="1565347"/>
                </a:lnTo>
                <a:lnTo>
                  <a:pt x="1382911" y="1573704"/>
                </a:lnTo>
                <a:lnTo>
                  <a:pt x="1340584" y="1587211"/>
                </a:lnTo>
                <a:lnTo>
                  <a:pt x="1300655" y="1605525"/>
                </a:lnTo>
                <a:lnTo>
                  <a:pt x="1263469" y="1628302"/>
                </a:lnTo>
                <a:lnTo>
                  <a:pt x="1229369" y="1655197"/>
                </a:lnTo>
                <a:lnTo>
                  <a:pt x="1198700" y="1685866"/>
                </a:lnTo>
                <a:lnTo>
                  <a:pt x="1171805" y="1719966"/>
                </a:lnTo>
                <a:lnTo>
                  <a:pt x="1149028" y="1757152"/>
                </a:lnTo>
                <a:lnTo>
                  <a:pt x="1130714" y="1797081"/>
                </a:lnTo>
                <a:lnTo>
                  <a:pt x="1117207" y="1839408"/>
                </a:lnTo>
                <a:lnTo>
                  <a:pt x="1108850" y="1883790"/>
                </a:lnTo>
                <a:lnTo>
                  <a:pt x="1105988" y="1929882"/>
                </a:lnTo>
                <a:lnTo>
                  <a:pt x="1105988" y="2867024"/>
                </a:lnTo>
                <a:close/>
              </a:path>
              <a:path w="5071745" h="2867025">
                <a:moveTo>
                  <a:pt x="3741800" y="2867024"/>
                </a:moveTo>
                <a:lnTo>
                  <a:pt x="2179014" y="2867024"/>
                </a:lnTo>
                <a:lnTo>
                  <a:pt x="2179014" y="1929882"/>
                </a:lnTo>
                <a:lnTo>
                  <a:pt x="2176152" y="1883790"/>
                </a:lnTo>
                <a:lnTo>
                  <a:pt x="2167795" y="1839408"/>
                </a:lnTo>
                <a:lnTo>
                  <a:pt x="2154288" y="1797081"/>
                </a:lnTo>
                <a:lnTo>
                  <a:pt x="2135974" y="1757152"/>
                </a:lnTo>
                <a:lnTo>
                  <a:pt x="2113197" y="1719966"/>
                </a:lnTo>
                <a:lnTo>
                  <a:pt x="2086302" y="1685866"/>
                </a:lnTo>
                <a:lnTo>
                  <a:pt x="2055633" y="1655197"/>
                </a:lnTo>
                <a:lnTo>
                  <a:pt x="2021533" y="1628302"/>
                </a:lnTo>
                <a:lnTo>
                  <a:pt x="1984347" y="1605525"/>
                </a:lnTo>
                <a:lnTo>
                  <a:pt x="1944418" y="1587211"/>
                </a:lnTo>
                <a:lnTo>
                  <a:pt x="1902091" y="1573704"/>
                </a:lnTo>
                <a:lnTo>
                  <a:pt x="1857709" y="1565347"/>
                </a:lnTo>
                <a:lnTo>
                  <a:pt x="1811617" y="1562485"/>
                </a:lnTo>
                <a:lnTo>
                  <a:pt x="4109196" y="1562485"/>
                </a:lnTo>
                <a:lnTo>
                  <a:pt x="4063105" y="1565347"/>
                </a:lnTo>
                <a:lnTo>
                  <a:pt x="4018723" y="1573704"/>
                </a:lnTo>
                <a:lnTo>
                  <a:pt x="3976396" y="1587211"/>
                </a:lnTo>
                <a:lnTo>
                  <a:pt x="3936467" y="1605525"/>
                </a:lnTo>
                <a:lnTo>
                  <a:pt x="3899281" y="1628302"/>
                </a:lnTo>
                <a:lnTo>
                  <a:pt x="3865181" y="1655197"/>
                </a:lnTo>
                <a:lnTo>
                  <a:pt x="3834511" y="1685866"/>
                </a:lnTo>
                <a:lnTo>
                  <a:pt x="3807616" y="1719966"/>
                </a:lnTo>
                <a:lnTo>
                  <a:pt x="3784840" y="1757152"/>
                </a:lnTo>
                <a:lnTo>
                  <a:pt x="3766526" y="1797081"/>
                </a:lnTo>
                <a:lnTo>
                  <a:pt x="3753019" y="1839408"/>
                </a:lnTo>
                <a:lnTo>
                  <a:pt x="3744662" y="1883790"/>
                </a:lnTo>
                <a:lnTo>
                  <a:pt x="3741800" y="1929882"/>
                </a:lnTo>
                <a:lnTo>
                  <a:pt x="3741800" y="2867024"/>
                </a:lnTo>
                <a:close/>
              </a:path>
            </a:pathLst>
          </a:custGeom>
          <a:solidFill>
            <a:srgbClr val="AFD5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044706" y="1028700"/>
            <a:ext cx="9148936" cy="1521317"/>
          </a:xfrm>
          <a:prstGeom prst="rect">
            <a:avLst/>
          </a:prstGeom>
        </p:spPr>
        <p:txBody>
          <a:bodyPr vert="horz" wrap="square" lIns="0" tIns="287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130" dirty="0">
                <a:solidFill>
                  <a:schemeClr val="tx1"/>
                </a:solidFill>
              </a:rPr>
              <a:t>PROJECT</a:t>
            </a:r>
            <a:r>
              <a:rPr lang="en-US" sz="8000" spc="130" dirty="0"/>
              <a:t> </a:t>
            </a:r>
            <a:r>
              <a:rPr lang="en-US" sz="8000" spc="130" dirty="0">
                <a:solidFill>
                  <a:schemeClr val="tx1"/>
                </a:solidFill>
              </a:rPr>
              <a:t>OBJECTIVES</a:t>
            </a:r>
            <a:endParaRPr sz="8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D1F86-1B7A-17B3-3087-A59DF7050F05}"/>
              </a:ext>
            </a:extLst>
          </p:cNvPr>
          <p:cNvSpPr txBox="1"/>
          <p:nvPr/>
        </p:nvSpPr>
        <p:spPr>
          <a:xfrm>
            <a:off x="3942274" y="3271458"/>
            <a:ext cx="113538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develop an automatic question classification system using the </a:t>
            </a:r>
            <a:r>
              <a:rPr lang="en-IN" sz="2800" b="1" dirty="0"/>
              <a:t>BERT model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classify questions into predefined categories such as </a:t>
            </a:r>
            <a:r>
              <a:rPr lang="en-IN" sz="2800" b="1" dirty="0"/>
              <a:t>Science, Mathematics, History, Geography, Computer Science, and General Knowledge and more predefined categories.</a:t>
            </a:r>
            <a:endParaRPr lang="en-IN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improve classification accuracy by understanding the </a:t>
            </a:r>
            <a:r>
              <a:rPr lang="en-IN" sz="2800" b="1" dirty="0"/>
              <a:t>context and meaning</a:t>
            </a:r>
            <a:r>
              <a:rPr lang="en-IN" sz="2800" dirty="0"/>
              <a:t> of questions.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evaluate the model using </a:t>
            </a:r>
            <a:r>
              <a:rPr lang="en-IN" sz="2800" b="1" dirty="0"/>
              <a:t>Accuracy, Precision, Recall, and F1-Score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build a simple </a:t>
            </a:r>
            <a:r>
              <a:rPr lang="en-IN" sz="2800" b="1" dirty="0" err="1"/>
              <a:t>Streamlit</a:t>
            </a:r>
            <a:r>
              <a:rPr lang="en-IN" sz="2800" b="1" dirty="0"/>
              <a:t> web application</a:t>
            </a:r>
            <a:r>
              <a:rPr lang="en-IN" sz="2800" dirty="0"/>
              <a:t> for real-time question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reduce the time and effort required for manual question categorization.</a:t>
            </a:r>
          </a:p>
          <a:p>
            <a:endParaRPr lang="en-IN" dirty="0"/>
          </a:p>
        </p:txBody>
      </p:sp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488346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EB85ECA-26BA-5EC4-3025-9BF421F2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90500"/>
            <a:ext cx="9148936" cy="1693065"/>
          </a:xfrm>
        </p:spPr>
        <p:txBody>
          <a:bodyPr/>
          <a:lstStyle/>
          <a:p>
            <a:r>
              <a:rPr lang="en-IN" sz="8000" dirty="0">
                <a:solidFill>
                  <a:schemeClr val="tx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E080C4-15A3-FD20-7A7B-587B19398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97604"/>
              </p:ext>
            </p:extLst>
          </p:nvPr>
        </p:nvGraphicFramePr>
        <p:xfrm>
          <a:off x="762000" y="1883565"/>
          <a:ext cx="16611601" cy="6831237"/>
        </p:xfrm>
        <a:graphic>
          <a:graphicData uri="http://schemas.openxmlformats.org/drawingml/2006/table">
            <a:tbl>
              <a:tblPr/>
              <a:tblGrid>
                <a:gridCol w="5596420">
                  <a:extLst>
                    <a:ext uri="{9D8B030D-6E8A-4147-A177-3AD203B41FA5}">
                      <a16:colId xmlns:a16="http://schemas.microsoft.com/office/drawing/2014/main" val="1456192312"/>
                    </a:ext>
                  </a:extLst>
                </a:gridCol>
                <a:gridCol w="3553282">
                  <a:extLst>
                    <a:ext uri="{9D8B030D-6E8A-4147-A177-3AD203B41FA5}">
                      <a16:colId xmlns:a16="http://schemas.microsoft.com/office/drawing/2014/main" val="457741697"/>
                    </a:ext>
                  </a:extLst>
                </a:gridCol>
                <a:gridCol w="4086275">
                  <a:extLst>
                    <a:ext uri="{9D8B030D-6E8A-4147-A177-3AD203B41FA5}">
                      <a16:colId xmlns:a16="http://schemas.microsoft.com/office/drawing/2014/main" val="4185006860"/>
                    </a:ext>
                  </a:extLst>
                </a:gridCol>
                <a:gridCol w="3375624">
                  <a:extLst>
                    <a:ext uri="{9D8B030D-6E8A-4147-A177-3AD203B41FA5}">
                      <a16:colId xmlns:a16="http://schemas.microsoft.com/office/drawing/2014/main" val="757751971"/>
                    </a:ext>
                  </a:extLst>
                </a:gridCol>
              </a:tblGrid>
              <a:tr h="33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Research Paper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Techniques Used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Purpose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Limitation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82097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Learning Question Classifiers (Li &amp; Roth, 2002)</a:t>
                      </a:r>
                      <a:endParaRPr lang="en-IN" sz="2000" dirty="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Machine Learning, SVM, Feature Engineering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Classifies questions into predefined categories using lexical and syntactic features.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Relies on handcrafted features and does not understand contextual meaning.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31162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BERT: Pre-training of Deep Bidirectional Transformers for Language Understanding (Devlin et al., 2018)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BERT, Transformer Architecture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Introduces BERT for understanding contextual information in text and improving NLP tasks.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Requires large computational resources and fine-tuning for specific applications.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978786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Sentence-BERT: Sentence Embeddings using Siamese BERT Networks (Reimers &amp; Gurevych, 2019)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Sentence-BERT (SBERT), Siamese Networks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Generates meaningful sentence embeddings for semantic similarity and classification tasks.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Primarily designed for sentence similarity rather than direct question classification.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85260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Fine-Tuning BERT for Text Classification (Sun et al., 2019)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BERT, Transfer Learning, Fine-Tuning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Demonstrates how fine-tuning BERT improves text classification performance across various datasets.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Performance depends on the quality and size of the training dataset.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114388"/>
                  </a:ext>
                </a:extLst>
              </a:tr>
              <a:tr h="1522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TREC Question Classification using BERT (Recent Implementations)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BERT, Transfer Learning, TREC Dataset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Classifies questions into categories such as Human, Location, Entity, Number, Description, and Abbreviation with high accuracy.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Mainly focuses on English-language datasets and predefined categories.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312954"/>
                  </a:ext>
                </a:extLst>
              </a:tr>
            </a:tbl>
          </a:graphicData>
        </a:graphic>
      </p:graphicFrame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1" y="-799527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15406414" y="1553655"/>
            <a:ext cx="1191260" cy="1130300"/>
          </a:xfrm>
          <a:custGeom>
            <a:avLst/>
            <a:gdLst/>
            <a:ahLst/>
            <a:cxnLst/>
            <a:rect l="l" t="t" r="r" b="b"/>
            <a:pathLst>
              <a:path w="1191259" h="1130300">
                <a:moveTo>
                  <a:pt x="1191074" y="1130051"/>
                </a:moveTo>
                <a:lnTo>
                  <a:pt x="0" y="1130051"/>
                </a:lnTo>
                <a:lnTo>
                  <a:pt x="1974" y="1081219"/>
                </a:lnTo>
                <a:lnTo>
                  <a:pt x="7794" y="1033477"/>
                </a:lnTo>
                <a:lnTo>
                  <a:pt x="17307" y="986977"/>
                </a:lnTo>
                <a:lnTo>
                  <a:pt x="30359" y="941873"/>
                </a:lnTo>
                <a:lnTo>
                  <a:pt x="46798" y="898317"/>
                </a:lnTo>
                <a:lnTo>
                  <a:pt x="66469" y="856462"/>
                </a:lnTo>
                <a:lnTo>
                  <a:pt x="89220" y="816460"/>
                </a:lnTo>
                <a:lnTo>
                  <a:pt x="114898" y="778464"/>
                </a:lnTo>
                <a:lnTo>
                  <a:pt x="143348" y="742627"/>
                </a:lnTo>
                <a:lnTo>
                  <a:pt x="174418" y="709100"/>
                </a:lnTo>
                <a:lnTo>
                  <a:pt x="207955" y="678038"/>
                </a:lnTo>
                <a:lnTo>
                  <a:pt x="243805" y="649592"/>
                </a:lnTo>
                <a:lnTo>
                  <a:pt x="281814" y="623915"/>
                </a:lnTo>
                <a:lnTo>
                  <a:pt x="321831" y="601160"/>
                </a:lnTo>
                <a:lnTo>
                  <a:pt x="363700" y="581479"/>
                </a:lnTo>
                <a:lnTo>
                  <a:pt x="407270" y="565025"/>
                </a:lnTo>
                <a:lnTo>
                  <a:pt x="363700" y="548572"/>
                </a:lnTo>
                <a:lnTo>
                  <a:pt x="321831" y="528891"/>
                </a:lnTo>
                <a:lnTo>
                  <a:pt x="281814" y="506136"/>
                </a:lnTo>
                <a:lnTo>
                  <a:pt x="243805" y="480459"/>
                </a:lnTo>
                <a:lnTo>
                  <a:pt x="207955" y="452013"/>
                </a:lnTo>
                <a:lnTo>
                  <a:pt x="174418" y="420950"/>
                </a:lnTo>
                <a:lnTo>
                  <a:pt x="143348" y="387424"/>
                </a:lnTo>
                <a:lnTo>
                  <a:pt x="114898" y="351587"/>
                </a:lnTo>
                <a:lnTo>
                  <a:pt x="89220" y="313591"/>
                </a:lnTo>
                <a:lnTo>
                  <a:pt x="66469" y="273589"/>
                </a:lnTo>
                <a:lnTo>
                  <a:pt x="46798" y="231734"/>
                </a:lnTo>
                <a:lnTo>
                  <a:pt x="30359" y="188178"/>
                </a:lnTo>
                <a:lnTo>
                  <a:pt x="17307" y="143074"/>
                </a:lnTo>
                <a:lnTo>
                  <a:pt x="7794" y="96574"/>
                </a:lnTo>
                <a:lnTo>
                  <a:pt x="1974" y="48832"/>
                </a:lnTo>
                <a:lnTo>
                  <a:pt x="0" y="0"/>
                </a:lnTo>
                <a:lnTo>
                  <a:pt x="1190848" y="0"/>
                </a:lnTo>
                <a:lnTo>
                  <a:pt x="1188874" y="48832"/>
                </a:lnTo>
                <a:lnTo>
                  <a:pt x="1183054" y="96574"/>
                </a:lnTo>
                <a:lnTo>
                  <a:pt x="1173541" y="143074"/>
                </a:lnTo>
                <a:lnTo>
                  <a:pt x="1160489" y="188178"/>
                </a:lnTo>
                <a:lnTo>
                  <a:pt x="1144050" y="231734"/>
                </a:lnTo>
                <a:lnTo>
                  <a:pt x="1124379" y="273589"/>
                </a:lnTo>
                <a:lnTo>
                  <a:pt x="1101628" y="313591"/>
                </a:lnTo>
                <a:lnTo>
                  <a:pt x="1075950" y="351587"/>
                </a:lnTo>
                <a:lnTo>
                  <a:pt x="1047500" y="387424"/>
                </a:lnTo>
                <a:lnTo>
                  <a:pt x="1016430" y="420950"/>
                </a:lnTo>
                <a:lnTo>
                  <a:pt x="982893" y="452013"/>
                </a:lnTo>
                <a:lnTo>
                  <a:pt x="947043" y="480459"/>
                </a:lnTo>
                <a:lnTo>
                  <a:pt x="909033" y="506136"/>
                </a:lnTo>
                <a:lnTo>
                  <a:pt x="869017" y="528891"/>
                </a:lnTo>
                <a:lnTo>
                  <a:pt x="827147" y="548572"/>
                </a:lnTo>
                <a:lnTo>
                  <a:pt x="783578" y="565025"/>
                </a:lnTo>
                <a:lnTo>
                  <a:pt x="827147" y="581479"/>
                </a:lnTo>
                <a:lnTo>
                  <a:pt x="869017" y="601160"/>
                </a:lnTo>
                <a:lnTo>
                  <a:pt x="909035" y="623915"/>
                </a:lnTo>
                <a:lnTo>
                  <a:pt x="947047" y="649592"/>
                </a:lnTo>
                <a:lnTo>
                  <a:pt x="982900" y="678038"/>
                </a:lnTo>
                <a:lnTo>
                  <a:pt x="1016441" y="709100"/>
                </a:lnTo>
                <a:lnTo>
                  <a:pt x="1047519" y="742627"/>
                </a:lnTo>
                <a:lnTo>
                  <a:pt x="1075978" y="778464"/>
                </a:lnTo>
                <a:lnTo>
                  <a:pt x="1101668" y="816460"/>
                </a:lnTo>
                <a:lnTo>
                  <a:pt x="1124434" y="856462"/>
                </a:lnTo>
                <a:lnTo>
                  <a:pt x="1144124" y="898317"/>
                </a:lnTo>
                <a:lnTo>
                  <a:pt x="1160584" y="941873"/>
                </a:lnTo>
                <a:lnTo>
                  <a:pt x="1173662" y="986977"/>
                </a:lnTo>
                <a:lnTo>
                  <a:pt x="1183205" y="1033477"/>
                </a:lnTo>
                <a:lnTo>
                  <a:pt x="1189060" y="1081219"/>
                </a:lnTo>
                <a:lnTo>
                  <a:pt x="1191074" y="1130051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429000" y="495300"/>
            <a:ext cx="10744200" cy="11246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7200" dirty="0"/>
              <a:t> Research Gap Identification</a:t>
            </a:r>
            <a:endParaRPr sz="7200" spc="400" dirty="0"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-690563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9D668-E8A0-470D-8792-365F72155BE4}"/>
              </a:ext>
            </a:extLst>
          </p:cNvPr>
          <p:cNvSpPr txBox="1"/>
          <p:nvPr/>
        </p:nvSpPr>
        <p:spPr>
          <a:xfrm>
            <a:off x="2133600" y="2118805"/>
            <a:ext cx="1371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From the literature survey, the following research gaps were identified: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Existing question classification systems may struggle to understand the context and semantic meaning of questions.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Traditional machine learning approaches often depend on manual feature extraction and may not capture complex language patterns.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Many existing models have limited ability to handle variations in question structure and wording.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Some approaches achieve good classification performance but require large computational resources and complex architectures.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There is a need for an efficient system that uses BERT's contextual understanding to improve automatic question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9299-F897-1315-1407-9594B54F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79" y="952500"/>
            <a:ext cx="5105400" cy="1107996"/>
          </a:xfrm>
        </p:spPr>
        <p:txBody>
          <a:bodyPr/>
          <a:lstStyle/>
          <a:p>
            <a:r>
              <a:rPr lang="en-IN" sz="7200" dirty="0"/>
              <a:t>Innovation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ACB72-365B-6579-46D2-AFB0BCA8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705100"/>
            <a:ext cx="12801600" cy="523220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proposed system introduces: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fine-tuned BERT model for understanding the contextual meaning of questions.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Automatic question classification into predefined categories with higher accuracy.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-based web application for real-time predictions.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Confidence score generation to indicate the reliability of each prediction.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simple, user-friendly system that can be used in educational platforms, FAQ systems, search engines, and AI chatbots.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4A8FD-83D6-5CD0-E5C5-3D47FCD8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0" y="876300"/>
            <a:ext cx="4597598" cy="746760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6477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74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298D-358D-8A8A-CC3C-B98AFD86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231106"/>
          </a:xfrm>
        </p:spPr>
        <p:txBody>
          <a:bodyPr/>
          <a:lstStyle/>
          <a:p>
            <a:r>
              <a:rPr lang="en-IN" sz="8000" dirty="0"/>
              <a:t>Creativity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425CC-4E3F-B0AE-1EA8-E4470AC41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2510790"/>
            <a:ext cx="16777623" cy="590931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project combines modern Artificial Intelligence techniques with an easy-to-use question classification system.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Key creative features include: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AI-powered automatic question classification using the BERT model.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Context-aware understanding of questions instead of simple keyword matching.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Simple and interactive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 web interface.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Real-time prediction of question categories.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Displays the confidence score for each prediction.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Easy to use for students, teachers, and educational platforms.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Can be extended to support multiple domains and languages in the future.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478DA-9B40-22F8-6F75-BDB60F59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00" y="6667500"/>
            <a:ext cx="3089910" cy="308991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3" y="-7239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82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DAD2-7CDA-B111-09FB-50434C23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645317"/>
            <a:ext cx="11093322" cy="1023357"/>
          </a:xfrm>
        </p:spPr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A78E7-39A4-EB9F-09CC-270DFB1B1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461" y="2476500"/>
            <a:ext cx="14478000" cy="640175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uniqueness of this project lies in integrating: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BERT (Bidirectional Encoder Representations from Transformers) for context-aware question understanding.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Transfer Learning to fine-tune a pre-trained model instead of training from scratch.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Automatic classification of questions into predefined categories with high accuracy.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-based web application for real-time question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Confidence score generation to improve the reliability of predictions.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simple, scalable solution that can be extended to educational platforms, FAQ systems, and AI chatbots.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0" dirty="0">
              <a:solidFill>
                <a:schemeClr val="tx1"/>
              </a:solidFill>
            </a:endParaRP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40" y="-540546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76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3DF8-DE79-F093-8E29-F90FD58A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48449"/>
            <a:ext cx="10012870" cy="1023357"/>
          </a:xfrm>
        </p:spPr>
        <p:txBody>
          <a:bodyPr/>
          <a:lstStyle/>
          <a:p>
            <a:r>
              <a:rPr lang="en-IN" dirty="0"/>
              <a:t>Feasibility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1C13C-BEF8-C5B2-7134-37C28179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0" y="1943100"/>
            <a:ext cx="12496800" cy="92332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Technical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Uses open-source technologies such as Python, BERT, Hugging Face Transformers, </a:t>
            </a:r>
            <a:r>
              <a:rPr lang="en-IN" sz="2400" dirty="0" err="1">
                <a:solidFill>
                  <a:schemeClr val="tx1"/>
                </a:solidFill>
              </a:rPr>
              <a:t>PyTorch</a:t>
            </a:r>
            <a:r>
              <a:rPr lang="en-IN" sz="2400" dirty="0">
                <a:solidFill>
                  <a:schemeClr val="tx1"/>
                </a:solidFill>
              </a:rPr>
              <a:t>, and </a:t>
            </a:r>
            <a:r>
              <a:rPr lang="en-IN" sz="2400" dirty="0" err="1">
                <a:solidFill>
                  <a:schemeClr val="tx1"/>
                </a:solidFill>
              </a:rPr>
              <a:t>Streamlit</a:t>
            </a:r>
            <a:r>
              <a:rPr lang="en-IN" sz="2400" dirty="0">
                <a:solidFill>
                  <a:schemeClr val="tx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Public datasets like the TREC Question Classification Dataset are freely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Can be developed and tested using a standard laptop without specialized hardware. </a:t>
            </a:r>
          </a:p>
          <a:p>
            <a:pPr lvl="0"/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Economic Feasibility:-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No expensive software or hardware is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Uses freely available datasets, libraries, and development tools.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Low implementation and maintenance cost. </a:t>
            </a:r>
          </a:p>
          <a:p>
            <a:pPr lvl="0"/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Operational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Easy to use through a simple and interactive web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Provides fast and accurate question classification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Suitable for educational platforms, FAQ systems, and AI-powered chatbots.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521B6-9C3A-F9F2-1BD7-2041F4B3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4343400" cy="728472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581025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6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BD8E-D0B3-FB2D-04F0-8FCEE0D6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330994"/>
            <a:ext cx="11910544" cy="1231106"/>
          </a:xfrm>
        </p:spPr>
        <p:txBody>
          <a:bodyPr/>
          <a:lstStyle/>
          <a:p>
            <a:r>
              <a:rPr lang="en-IN" sz="8000" dirty="0"/>
              <a:t>Project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0B7618-BCDE-541A-AABE-F71A11A6F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028152"/>
              </p:ext>
            </p:extLst>
          </p:nvPr>
        </p:nvGraphicFramePr>
        <p:xfrm>
          <a:off x="1752600" y="1562100"/>
          <a:ext cx="16324005" cy="8773815"/>
        </p:xfrm>
        <a:graphic>
          <a:graphicData uri="http://schemas.openxmlformats.org/drawingml/2006/table">
            <a:tbl>
              <a:tblPr/>
              <a:tblGrid>
                <a:gridCol w="5483845">
                  <a:extLst>
                    <a:ext uri="{9D8B030D-6E8A-4147-A177-3AD203B41FA5}">
                      <a16:colId xmlns:a16="http://schemas.microsoft.com/office/drawing/2014/main" val="2896293792"/>
                    </a:ext>
                  </a:extLst>
                </a:gridCol>
                <a:gridCol w="5483845">
                  <a:extLst>
                    <a:ext uri="{9D8B030D-6E8A-4147-A177-3AD203B41FA5}">
                      <a16:colId xmlns:a16="http://schemas.microsoft.com/office/drawing/2014/main" val="2387829491"/>
                    </a:ext>
                  </a:extLst>
                </a:gridCol>
                <a:gridCol w="5356315">
                  <a:extLst>
                    <a:ext uri="{9D8B030D-6E8A-4147-A177-3AD203B41FA5}">
                      <a16:colId xmlns:a16="http://schemas.microsoft.com/office/drawing/2014/main" val="871146346"/>
                    </a:ext>
                  </a:extLst>
                </a:gridCol>
              </a:tblGrid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Activity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55467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1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Requirement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Identify the project objectives, scope, required tools, and user requirements.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031372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2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Literature Survey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Study existing research papers and question classification techniques using Machine Learning and BERT.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294718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3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Dataset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Collect a labeled question classification dataset (e.g., TREC or Hugging Face datasets).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9472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 4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Clean the dataset, remove unnecessary characters, tokenize text, and prepare it for training.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296151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5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 Model 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Fine-tune the pre-trained BERT model on the question classification dataset.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560493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6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Model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Evaluate the model using Accuracy, Precision, Recall, F1-Score, and Confusion Matrix.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55243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7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Frontend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 a simple and interactive user interface using </a:t>
                      </a:r>
                      <a:r>
                        <a:rPr lang="en-IN" sz="2000" b="1"/>
                        <a:t>Streamlit</a:t>
                      </a:r>
                      <a:r>
                        <a:rPr lang="en-IN" sz="20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46190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8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Backend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Integrate the trained BERT model with the Streamlit application for real-time predictions.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21773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9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Testing &amp;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 the system with different questions, verify prediction accuracy, and fix errors.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0356"/>
                  </a:ext>
                </a:extLst>
              </a:tr>
              <a:tr h="118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10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Documentation &amp;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Prepare the project report, presentation, and demonstrate the working model.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448791"/>
                  </a:ext>
                </a:extLst>
              </a:tr>
            </a:tbl>
          </a:graphicData>
        </a:graphic>
      </p:graphicFrame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95" y="-504825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35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138EF-2B90-3096-4E71-D2D9341F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023357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7D99E-46B3-DFC8-4121-06AD54A59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324101"/>
            <a:ext cx="16586200" cy="7879080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Data Collection </a:t>
            </a:r>
            <a:r>
              <a:rPr lang="en-IN" b="0" dirty="0"/>
              <a:t>– Collect question-answer/question-category data from a suitable question classification dataset such as TREC.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Data Preprocessing </a:t>
            </a:r>
            <a:r>
              <a:rPr lang="en-IN" b="0" dirty="0"/>
              <a:t>– Clean the questions, remove invalid/duplicate records, and prepare category labels.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BERT Tokenization </a:t>
            </a:r>
            <a:r>
              <a:rPr lang="en-IN" b="0" dirty="0"/>
              <a:t>– Convert input questions into tokens using the BERT tokenizer with padding and truncation.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BERT Representation </a:t>
            </a:r>
            <a:r>
              <a:rPr lang="en-IN" b="0" dirty="0"/>
              <a:t>– Generate contextual representations of questions using the pre-trained </a:t>
            </a:r>
            <a:r>
              <a:rPr lang="en-IN" b="0" dirty="0" err="1"/>
              <a:t>bert</a:t>
            </a:r>
            <a:r>
              <a:rPr lang="en-IN" b="0" dirty="0"/>
              <a:t>-base-uncased model.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Fine-Tuning</a:t>
            </a:r>
            <a:r>
              <a:rPr lang="en-IN" b="0" dirty="0"/>
              <a:t> – Add a classification layer on top of BERT and train it using </a:t>
            </a:r>
            <a:r>
              <a:rPr lang="en-IN" b="0" dirty="0" err="1"/>
              <a:t>labeled</a:t>
            </a:r>
            <a:r>
              <a:rPr lang="en-IN" b="0" dirty="0"/>
              <a:t> question categories.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Prediction</a:t>
            </a:r>
            <a:r>
              <a:rPr lang="en-IN" b="0" dirty="0"/>
              <a:t> – The trained model predicts the category of a new user question.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Confidence Score</a:t>
            </a:r>
            <a:r>
              <a:rPr lang="en-IN" b="0" dirty="0"/>
              <a:t> – Calculate the probability/confidence associated with the predicted category.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Result Display </a:t>
            </a:r>
            <a:r>
              <a:rPr lang="en-IN" b="0" dirty="0"/>
              <a:t>– Display the predicted category and confidence score through the frontend.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0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2A710-0092-5F41-511F-A1705DE0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14301"/>
            <a:ext cx="9148936" cy="102335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3F4F2-E0AA-800D-B238-4B64E9181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019301"/>
            <a:ext cx="17272000" cy="633928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7F386-88B9-05D3-E952-2A9EC584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8117"/>
            <a:ext cx="18288000" cy="103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BC008A-430C-07AA-2917-11C61CB9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652459"/>
            <a:ext cx="10026522" cy="1023357"/>
          </a:xfrm>
        </p:spPr>
        <p:txBody>
          <a:bodyPr/>
          <a:lstStyle/>
          <a:p>
            <a:r>
              <a:rPr lang="en-IN" dirty="0"/>
              <a:t>Modern tools &amp;Technologies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9544DA-E018-4725-E7AE-F87CD0060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33933"/>
              </p:ext>
            </p:extLst>
          </p:nvPr>
        </p:nvGraphicFramePr>
        <p:xfrm>
          <a:off x="1066800" y="2476500"/>
          <a:ext cx="15544800" cy="70103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000">
                  <a:extLst>
                    <a:ext uri="{9D8B030D-6E8A-4147-A177-3AD203B41FA5}">
                      <a16:colId xmlns:a16="http://schemas.microsoft.com/office/drawing/2014/main" val="1988060973"/>
                    </a:ext>
                  </a:extLst>
                </a:gridCol>
                <a:gridCol w="7797800">
                  <a:extLst>
                    <a:ext uri="{9D8B030D-6E8A-4147-A177-3AD203B41FA5}">
                      <a16:colId xmlns:a16="http://schemas.microsoft.com/office/drawing/2014/main" val="3475523934"/>
                    </a:ext>
                  </a:extLst>
                </a:gridCol>
              </a:tblGrid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879057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React 19, Vite, React Router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065229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Styling &amp;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Tailwind CSS, Lucide 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724721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Python 3.11+, 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564246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TREC Question Classification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372567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NLP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BERT, Hugging Face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28233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PyTorch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288719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46414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Security &amp;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JWT, </a:t>
                      </a:r>
                      <a:r>
                        <a:rPr lang="en-IN" sz="2400" dirty="0" err="1"/>
                        <a:t>bcrypt</a:t>
                      </a:r>
                      <a:r>
                        <a:rPr lang="en-IN" sz="2400" dirty="0"/>
                        <a:t>, Recharts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418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540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6701-BA5A-7958-D3E9-6524A840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"/>
            <a:ext cx="9148936" cy="1675816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79B7-F8EC-564C-B69A-0EA58B587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552700"/>
            <a:ext cx="16967200" cy="678179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F1FF8-978F-D9A4-45C6-DD2930CB1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4900"/>
            <a:ext cx="182880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81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9EC6-CF08-3EF5-7B18-AA244764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114301"/>
            <a:ext cx="7511922" cy="1561516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5DFC5-78B4-365D-95E5-FEEEA0FAE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062A0-D675-FA80-10F0-25056B67B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6716"/>
            <a:ext cx="18211800" cy="91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9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5F5B-8C92-B033-027A-A7442A40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023357"/>
          </a:xfrm>
        </p:spPr>
        <p:txBody>
          <a:bodyPr/>
          <a:lstStyle/>
          <a:p>
            <a:r>
              <a:rPr lang="en-IN" dirty="0"/>
              <a:t>Performance Evaluation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8E68E-90FA-919A-EB30-39C175946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952534"/>
            <a:ext cx="10210800" cy="700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07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5206965" y="7318496"/>
            <a:ext cx="3081020" cy="2962275"/>
          </a:xfrm>
          <a:custGeom>
            <a:avLst/>
            <a:gdLst/>
            <a:ahLst/>
            <a:cxnLst/>
            <a:rect l="l" t="t" r="r" b="b"/>
            <a:pathLst>
              <a:path w="3081019" h="2962275">
                <a:moveTo>
                  <a:pt x="2441490" y="240974"/>
                </a:moveTo>
                <a:lnTo>
                  <a:pt x="1511628" y="240974"/>
                </a:lnTo>
                <a:lnTo>
                  <a:pt x="1539940" y="203901"/>
                </a:lnTo>
                <a:lnTo>
                  <a:pt x="1570472" y="169918"/>
                </a:lnTo>
                <a:lnTo>
                  <a:pt x="1603032" y="139023"/>
                </a:lnTo>
                <a:lnTo>
                  <a:pt x="1637426" y="111219"/>
                </a:lnTo>
                <a:lnTo>
                  <a:pt x="1673462" y="86503"/>
                </a:lnTo>
                <a:lnTo>
                  <a:pt x="1710946" y="64877"/>
                </a:lnTo>
                <a:lnTo>
                  <a:pt x="1749686" y="46341"/>
                </a:lnTo>
                <a:lnTo>
                  <a:pt x="1789487" y="30894"/>
                </a:lnTo>
                <a:lnTo>
                  <a:pt x="1830158" y="18536"/>
                </a:lnTo>
                <a:lnTo>
                  <a:pt x="1871504" y="9268"/>
                </a:lnTo>
                <a:lnTo>
                  <a:pt x="1913333" y="3089"/>
                </a:lnTo>
                <a:lnTo>
                  <a:pt x="1955452" y="0"/>
                </a:lnTo>
                <a:lnTo>
                  <a:pt x="1997667" y="0"/>
                </a:lnTo>
                <a:lnTo>
                  <a:pt x="2039786" y="3089"/>
                </a:lnTo>
                <a:lnTo>
                  <a:pt x="2081615" y="9268"/>
                </a:lnTo>
                <a:lnTo>
                  <a:pt x="2122961" y="18536"/>
                </a:lnTo>
                <a:lnTo>
                  <a:pt x="2163632" y="30894"/>
                </a:lnTo>
                <a:lnTo>
                  <a:pt x="2203433" y="46341"/>
                </a:lnTo>
                <a:lnTo>
                  <a:pt x="2242172" y="64877"/>
                </a:lnTo>
                <a:lnTo>
                  <a:pt x="2279657" y="86503"/>
                </a:lnTo>
                <a:lnTo>
                  <a:pt x="2315692" y="111219"/>
                </a:lnTo>
                <a:lnTo>
                  <a:pt x="2350087" y="139023"/>
                </a:lnTo>
                <a:lnTo>
                  <a:pt x="2382647" y="169918"/>
                </a:lnTo>
                <a:lnTo>
                  <a:pt x="2413179" y="203901"/>
                </a:lnTo>
                <a:lnTo>
                  <a:pt x="2441490" y="240974"/>
                </a:lnTo>
                <a:close/>
              </a:path>
              <a:path w="3081019" h="2962275">
                <a:moveTo>
                  <a:pt x="3081010" y="2961896"/>
                </a:moveTo>
                <a:lnTo>
                  <a:pt x="263329" y="2961896"/>
                </a:lnTo>
                <a:lnTo>
                  <a:pt x="254475" y="2946566"/>
                </a:lnTo>
                <a:lnTo>
                  <a:pt x="236088" y="2908557"/>
                </a:lnTo>
                <a:lnTo>
                  <a:pt x="220517" y="2869253"/>
                </a:lnTo>
                <a:lnTo>
                  <a:pt x="207860" y="2828819"/>
                </a:lnTo>
                <a:lnTo>
                  <a:pt x="198212" y="2787421"/>
                </a:lnTo>
                <a:lnTo>
                  <a:pt x="191671" y="2745227"/>
                </a:lnTo>
                <a:lnTo>
                  <a:pt x="188333" y="2702401"/>
                </a:lnTo>
                <a:lnTo>
                  <a:pt x="188295" y="2659110"/>
                </a:lnTo>
                <a:lnTo>
                  <a:pt x="191652" y="2615520"/>
                </a:lnTo>
                <a:lnTo>
                  <a:pt x="198502" y="2571797"/>
                </a:lnTo>
                <a:lnTo>
                  <a:pt x="208942" y="2528107"/>
                </a:lnTo>
                <a:lnTo>
                  <a:pt x="223067" y="2484616"/>
                </a:lnTo>
                <a:lnTo>
                  <a:pt x="240974" y="2441490"/>
                </a:lnTo>
                <a:lnTo>
                  <a:pt x="203901" y="2413091"/>
                </a:lnTo>
                <a:lnTo>
                  <a:pt x="169918" y="2382486"/>
                </a:lnTo>
                <a:lnTo>
                  <a:pt x="139023" y="2349866"/>
                </a:lnTo>
                <a:lnTo>
                  <a:pt x="111219" y="2315424"/>
                </a:lnTo>
                <a:lnTo>
                  <a:pt x="86503" y="2279353"/>
                </a:lnTo>
                <a:lnTo>
                  <a:pt x="64877" y="2241843"/>
                </a:lnTo>
                <a:lnTo>
                  <a:pt x="46341" y="2203089"/>
                </a:lnTo>
                <a:lnTo>
                  <a:pt x="30894" y="2163280"/>
                </a:lnTo>
                <a:lnTo>
                  <a:pt x="18536" y="2122611"/>
                </a:lnTo>
                <a:lnTo>
                  <a:pt x="9268" y="2081273"/>
                </a:lnTo>
                <a:lnTo>
                  <a:pt x="3089" y="2039458"/>
                </a:lnTo>
                <a:lnTo>
                  <a:pt x="0" y="1997359"/>
                </a:lnTo>
                <a:lnTo>
                  <a:pt x="0" y="1955167"/>
                </a:lnTo>
                <a:lnTo>
                  <a:pt x="3089" y="1913076"/>
                </a:lnTo>
                <a:lnTo>
                  <a:pt x="9268" y="1871276"/>
                </a:lnTo>
                <a:lnTo>
                  <a:pt x="18536" y="1829961"/>
                </a:lnTo>
                <a:lnTo>
                  <a:pt x="30894" y="1789322"/>
                </a:lnTo>
                <a:lnTo>
                  <a:pt x="46341" y="1749552"/>
                </a:lnTo>
                <a:lnTo>
                  <a:pt x="64877" y="1710842"/>
                </a:lnTo>
                <a:lnTo>
                  <a:pt x="86503" y="1673386"/>
                </a:lnTo>
                <a:lnTo>
                  <a:pt x="111219" y="1637375"/>
                </a:lnTo>
                <a:lnTo>
                  <a:pt x="139023" y="1603002"/>
                </a:lnTo>
                <a:lnTo>
                  <a:pt x="169918" y="1570458"/>
                </a:lnTo>
                <a:lnTo>
                  <a:pt x="203901" y="1539936"/>
                </a:lnTo>
                <a:lnTo>
                  <a:pt x="240974" y="1511628"/>
                </a:lnTo>
                <a:lnTo>
                  <a:pt x="223067" y="1468502"/>
                </a:lnTo>
                <a:lnTo>
                  <a:pt x="208942" y="1425012"/>
                </a:lnTo>
                <a:lnTo>
                  <a:pt x="198502" y="1381322"/>
                </a:lnTo>
                <a:lnTo>
                  <a:pt x="191652" y="1337599"/>
                </a:lnTo>
                <a:lnTo>
                  <a:pt x="188295" y="1294009"/>
                </a:lnTo>
                <a:lnTo>
                  <a:pt x="188333" y="1250718"/>
                </a:lnTo>
                <a:lnTo>
                  <a:pt x="191671" y="1207892"/>
                </a:lnTo>
                <a:lnTo>
                  <a:pt x="198212" y="1165697"/>
                </a:lnTo>
                <a:lnTo>
                  <a:pt x="207860" y="1124300"/>
                </a:lnTo>
                <a:lnTo>
                  <a:pt x="220517" y="1083866"/>
                </a:lnTo>
                <a:lnTo>
                  <a:pt x="236088" y="1044562"/>
                </a:lnTo>
                <a:lnTo>
                  <a:pt x="254475" y="1006553"/>
                </a:lnTo>
                <a:lnTo>
                  <a:pt x="275583" y="970006"/>
                </a:lnTo>
                <a:lnTo>
                  <a:pt x="299314" y="935087"/>
                </a:lnTo>
                <a:lnTo>
                  <a:pt x="325573" y="901961"/>
                </a:lnTo>
                <a:lnTo>
                  <a:pt x="354262" y="870795"/>
                </a:lnTo>
                <a:lnTo>
                  <a:pt x="385285" y="841756"/>
                </a:lnTo>
                <a:lnTo>
                  <a:pt x="418545" y="815008"/>
                </a:lnTo>
                <a:lnTo>
                  <a:pt x="453946" y="790719"/>
                </a:lnTo>
                <a:lnTo>
                  <a:pt x="491392" y="769054"/>
                </a:lnTo>
                <a:lnTo>
                  <a:pt x="530785" y="750179"/>
                </a:lnTo>
                <a:lnTo>
                  <a:pt x="572030" y="734261"/>
                </a:lnTo>
                <a:lnTo>
                  <a:pt x="615029" y="721465"/>
                </a:lnTo>
                <a:lnTo>
                  <a:pt x="659687" y="711958"/>
                </a:lnTo>
                <a:lnTo>
                  <a:pt x="705906" y="705906"/>
                </a:lnTo>
                <a:lnTo>
                  <a:pt x="711958" y="659687"/>
                </a:lnTo>
                <a:lnTo>
                  <a:pt x="721465" y="615029"/>
                </a:lnTo>
                <a:lnTo>
                  <a:pt x="734261" y="572030"/>
                </a:lnTo>
                <a:lnTo>
                  <a:pt x="750179" y="530785"/>
                </a:lnTo>
                <a:lnTo>
                  <a:pt x="769054" y="491392"/>
                </a:lnTo>
                <a:lnTo>
                  <a:pt x="790719" y="453946"/>
                </a:lnTo>
                <a:lnTo>
                  <a:pt x="815008" y="418545"/>
                </a:lnTo>
                <a:lnTo>
                  <a:pt x="841756" y="385285"/>
                </a:lnTo>
                <a:lnTo>
                  <a:pt x="870795" y="354262"/>
                </a:lnTo>
                <a:lnTo>
                  <a:pt x="901961" y="325573"/>
                </a:lnTo>
                <a:lnTo>
                  <a:pt x="935087" y="299314"/>
                </a:lnTo>
                <a:lnTo>
                  <a:pt x="970006" y="275583"/>
                </a:lnTo>
                <a:lnTo>
                  <a:pt x="1006553" y="254475"/>
                </a:lnTo>
                <a:lnTo>
                  <a:pt x="1044562" y="236088"/>
                </a:lnTo>
                <a:lnTo>
                  <a:pt x="1083866" y="220517"/>
                </a:lnTo>
                <a:lnTo>
                  <a:pt x="1124300" y="207860"/>
                </a:lnTo>
                <a:lnTo>
                  <a:pt x="1165697" y="198212"/>
                </a:lnTo>
                <a:lnTo>
                  <a:pt x="1208137" y="191652"/>
                </a:lnTo>
                <a:lnTo>
                  <a:pt x="1251212" y="188295"/>
                </a:lnTo>
                <a:lnTo>
                  <a:pt x="1294009" y="188295"/>
                </a:lnTo>
                <a:lnTo>
                  <a:pt x="1337599" y="191652"/>
                </a:lnTo>
                <a:lnTo>
                  <a:pt x="1381322" y="198502"/>
                </a:lnTo>
                <a:lnTo>
                  <a:pt x="1425012" y="208942"/>
                </a:lnTo>
                <a:lnTo>
                  <a:pt x="1468503" y="223067"/>
                </a:lnTo>
                <a:lnTo>
                  <a:pt x="1511628" y="240974"/>
                </a:lnTo>
                <a:lnTo>
                  <a:pt x="2918657" y="240974"/>
                </a:lnTo>
                <a:lnTo>
                  <a:pt x="2983113" y="275583"/>
                </a:lnTo>
                <a:lnTo>
                  <a:pt x="3018032" y="299314"/>
                </a:lnTo>
                <a:lnTo>
                  <a:pt x="3051158" y="325573"/>
                </a:lnTo>
                <a:lnTo>
                  <a:pt x="3081010" y="353053"/>
                </a:lnTo>
                <a:lnTo>
                  <a:pt x="3081010" y="2961896"/>
                </a:lnTo>
                <a:close/>
              </a:path>
              <a:path w="3081019" h="2962275">
                <a:moveTo>
                  <a:pt x="2918657" y="240974"/>
                </a:moveTo>
                <a:lnTo>
                  <a:pt x="2441490" y="240974"/>
                </a:lnTo>
                <a:lnTo>
                  <a:pt x="2484616" y="223067"/>
                </a:lnTo>
                <a:lnTo>
                  <a:pt x="2528107" y="208942"/>
                </a:lnTo>
                <a:lnTo>
                  <a:pt x="2571797" y="198502"/>
                </a:lnTo>
                <a:lnTo>
                  <a:pt x="2615520" y="191652"/>
                </a:lnTo>
                <a:lnTo>
                  <a:pt x="2659110" y="188295"/>
                </a:lnTo>
                <a:lnTo>
                  <a:pt x="2701906" y="188295"/>
                </a:lnTo>
                <a:lnTo>
                  <a:pt x="2744981" y="191652"/>
                </a:lnTo>
                <a:lnTo>
                  <a:pt x="2787421" y="198212"/>
                </a:lnTo>
                <a:lnTo>
                  <a:pt x="2828819" y="207860"/>
                </a:lnTo>
                <a:lnTo>
                  <a:pt x="2869252" y="220517"/>
                </a:lnTo>
                <a:lnTo>
                  <a:pt x="2908557" y="236088"/>
                </a:lnTo>
                <a:lnTo>
                  <a:pt x="2918657" y="240974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81600" y="4000500"/>
            <a:ext cx="10185400" cy="1833772"/>
          </a:xfrm>
          <a:prstGeom prst="rect">
            <a:avLst/>
          </a:prstGeom>
        </p:spPr>
        <p:txBody>
          <a:bodyPr vert="horz" wrap="square" lIns="0" tIns="616585" rIns="0" bIns="0" rtlCol="0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4855"/>
              </a:spcBef>
            </a:pPr>
            <a:r>
              <a:rPr lang="en-US" sz="9600" spc="-130" dirty="0">
                <a:solidFill>
                  <a:srgbClr val="000000"/>
                </a:solidFill>
                <a:latin typeface="Baskerville Old Face" panose="02020602080505020303" pitchFamily="18" charset="0"/>
                <a:cs typeface="Arial MT"/>
              </a:rPr>
              <a:t>THANK YOU</a:t>
            </a:r>
            <a:endParaRPr sz="9600" dirty="0">
              <a:latin typeface="Baskerville Old Face" panose="02020602080505020303" pitchFamily="18" charset="0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0128" y="0"/>
            <a:ext cx="3953510" cy="2247265"/>
          </a:xfrm>
          <a:custGeom>
            <a:avLst/>
            <a:gdLst/>
            <a:ahLst/>
            <a:cxnLst/>
            <a:rect l="l" t="t" r="r" b="b"/>
            <a:pathLst>
              <a:path w="3953509" h="2247265">
                <a:moveTo>
                  <a:pt x="1997359" y="2247213"/>
                </a:moveTo>
                <a:lnTo>
                  <a:pt x="1955167" y="2247213"/>
                </a:lnTo>
                <a:lnTo>
                  <a:pt x="1913076" y="2244123"/>
                </a:lnTo>
                <a:lnTo>
                  <a:pt x="1871276" y="2237944"/>
                </a:lnTo>
                <a:lnTo>
                  <a:pt x="1829961" y="2228676"/>
                </a:lnTo>
                <a:lnTo>
                  <a:pt x="1789322" y="2216319"/>
                </a:lnTo>
                <a:lnTo>
                  <a:pt x="1749552" y="2200871"/>
                </a:lnTo>
                <a:lnTo>
                  <a:pt x="1710842" y="2182335"/>
                </a:lnTo>
                <a:lnTo>
                  <a:pt x="1673386" y="2160709"/>
                </a:lnTo>
                <a:lnTo>
                  <a:pt x="1637375" y="2135994"/>
                </a:lnTo>
                <a:lnTo>
                  <a:pt x="1603002" y="2108189"/>
                </a:lnTo>
                <a:lnTo>
                  <a:pt x="1570458" y="2077295"/>
                </a:lnTo>
                <a:lnTo>
                  <a:pt x="1539936" y="2043311"/>
                </a:lnTo>
                <a:lnTo>
                  <a:pt x="1511628" y="2006238"/>
                </a:lnTo>
                <a:lnTo>
                  <a:pt x="1468502" y="2024145"/>
                </a:lnTo>
                <a:lnTo>
                  <a:pt x="1425012" y="2038270"/>
                </a:lnTo>
                <a:lnTo>
                  <a:pt x="1381322" y="2048710"/>
                </a:lnTo>
                <a:lnTo>
                  <a:pt x="1337599" y="2055560"/>
                </a:lnTo>
                <a:lnTo>
                  <a:pt x="1294009" y="2058917"/>
                </a:lnTo>
                <a:lnTo>
                  <a:pt x="1250718" y="2058879"/>
                </a:lnTo>
                <a:lnTo>
                  <a:pt x="1207892" y="2055541"/>
                </a:lnTo>
                <a:lnTo>
                  <a:pt x="1165697" y="2049000"/>
                </a:lnTo>
                <a:lnTo>
                  <a:pt x="1124300" y="2039352"/>
                </a:lnTo>
                <a:lnTo>
                  <a:pt x="1083866" y="2026695"/>
                </a:lnTo>
                <a:lnTo>
                  <a:pt x="1044562" y="2011124"/>
                </a:lnTo>
                <a:lnTo>
                  <a:pt x="1006553" y="1992737"/>
                </a:lnTo>
                <a:lnTo>
                  <a:pt x="970006" y="1971629"/>
                </a:lnTo>
                <a:lnTo>
                  <a:pt x="935086" y="1947898"/>
                </a:lnTo>
                <a:lnTo>
                  <a:pt x="901961" y="1921639"/>
                </a:lnTo>
                <a:lnTo>
                  <a:pt x="870795" y="1892950"/>
                </a:lnTo>
                <a:lnTo>
                  <a:pt x="841756" y="1861928"/>
                </a:lnTo>
                <a:lnTo>
                  <a:pt x="815008" y="1828667"/>
                </a:lnTo>
                <a:lnTo>
                  <a:pt x="790719" y="1793266"/>
                </a:lnTo>
                <a:lnTo>
                  <a:pt x="769054" y="1755820"/>
                </a:lnTo>
                <a:lnTo>
                  <a:pt x="750179" y="1716427"/>
                </a:lnTo>
                <a:lnTo>
                  <a:pt x="734261" y="1675182"/>
                </a:lnTo>
                <a:lnTo>
                  <a:pt x="721465" y="1632183"/>
                </a:lnTo>
                <a:lnTo>
                  <a:pt x="711958" y="1587526"/>
                </a:lnTo>
                <a:lnTo>
                  <a:pt x="705905" y="1541307"/>
                </a:lnTo>
                <a:lnTo>
                  <a:pt x="659686" y="1535254"/>
                </a:lnTo>
                <a:lnTo>
                  <a:pt x="615029" y="1525747"/>
                </a:lnTo>
                <a:lnTo>
                  <a:pt x="572030" y="1512951"/>
                </a:lnTo>
                <a:lnTo>
                  <a:pt x="530785" y="1497033"/>
                </a:lnTo>
                <a:lnTo>
                  <a:pt x="491392" y="1478158"/>
                </a:lnTo>
                <a:lnTo>
                  <a:pt x="453946" y="1456493"/>
                </a:lnTo>
                <a:lnTo>
                  <a:pt x="418545" y="1432204"/>
                </a:lnTo>
                <a:lnTo>
                  <a:pt x="385285" y="1405456"/>
                </a:lnTo>
                <a:lnTo>
                  <a:pt x="354262" y="1376417"/>
                </a:lnTo>
                <a:lnTo>
                  <a:pt x="325573" y="1345251"/>
                </a:lnTo>
                <a:lnTo>
                  <a:pt x="299314" y="1312126"/>
                </a:lnTo>
                <a:lnTo>
                  <a:pt x="275583" y="1277206"/>
                </a:lnTo>
                <a:lnTo>
                  <a:pt x="254475" y="1240659"/>
                </a:lnTo>
                <a:lnTo>
                  <a:pt x="236088" y="1202650"/>
                </a:lnTo>
                <a:lnTo>
                  <a:pt x="220517" y="1163346"/>
                </a:lnTo>
                <a:lnTo>
                  <a:pt x="207860" y="1122912"/>
                </a:lnTo>
                <a:lnTo>
                  <a:pt x="198212" y="1081515"/>
                </a:lnTo>
                <a:lnTo>
                  <a:pt x="191671" y="1039320"/>
                </a:lnTo>
                <a:lnTo>
                  <a:pt x="188333" y="996494"/>
                </a:lnTo>
                <a:lnTo>
                  <a:pt x="188295" y="953203"/>
                </a:lnTo>
                <a:lnTo>
                  <a:pt x="191652" y="909613"/>
                </a:lnTo>
                <a:lnTo>
                  <a:pt x="198502" y="865890"/>
                </a:lnTo>
                <a:lnTo>
                  <a:pt x="208942" y="822200"/>
                </a:lnTo>
                <a:lnTo>
                  <a:pt x="223067" y="778710"/>
                </a:lnTo>
                <a:lnTo>
                  <a:pt x="240974" y="735584"/>
                </a:lnTo>
                <a:lnTo>
                  <a:pt x="203901" y="707185"/>
                </a:lnTo>
                <a:lnTo>
                  <a:pt x="169918" y="676580"/>
                </a:lnTo>
                <a:lnTo>
                  <a:pt x="139023" y="643960"/>
                </a:lnTo>
                <a:lnTo>
                  <a:pt x="111219" y="609518"/>
                </a:lnTo>
                <a:lnTo>
                  <a:pt x="86503" y="573446"/>
                </a:lnTo>
                <a:lnTo>
                  <a:pt x="64877" y="535937"/>
                </a:lnTo>
                <a:lnTo>
                  <a:pt x="46341" y="497182"/>
                </a:lnTo>
                <a:lnTo>
                  <a:pt x="30894" y="457374"/>
                </a:lnTo>
                <a:lnTo>
                  <a:pt x="18536" y="416705"/>
                </a:lnTo>
                <a:lnTo>
                  <a:pt x="9268" y="375367"/>
                </a:lnTo>
                <a:lnTo>
                  <a:pt x="3089" y="333552"/>
                </a:lnTo>
                <a:lnTo>
                  <a:pt x="0" y="291453"/>
                </a:lnTo>
                <a:lnTo>
                  <a:pt x="0" y="249261"/>
                </a:lnTo>
                <a:lnTo>
                  <a:pt x="3089" y="207169"/>
                </a:lnTo>
                <a:lnTo>
                  <a:pt x="9268" y="165370"/>
                </a:lnTo>
                <a:lnTo>
                  <a:pt x="18536" y="124054"/>
                </a:lnTo>
                <a:lnTo>
                  <a:pt x="30894" y="83415"/>
                </a:lnTo>
                <a:lnTo>
                  <a:pt x="46341" y="43645"/>
                </a:lnTo>
                <a:lnTo>
                  <a:pt x="64877" y="4936"/>
                </a:lnTo>
                <a:lnTo>
                  <a:pt x="67727" y="0"/>
                </a:lnTo>
                <a:lnTo>
                  <a:pt x="3885145" y="0"/>
                </a:lnTo>
                <a:lnTo>
                  <a:pt x="3906778" y="44124"/>
                </a:lnTo>
                <a:lnTo>
                  <a:pt x="3922225" y="83932"/>
                </a:lnTo>
                <a:lnTo>
                  <a:pt x="3934582" y="124601"/>
                </a:lnTo>
                <a:lnTo>
                  <a:pt x="3943851" y="165939"/>
                </a:lnTo>
                <a:lnTo>
                  <a:pt x="3950030" y="207754"/>
                </a:lnTo>
                <a:lnTo>
                  <a:pt x="3953119" y="249853"/>
                </a:lnTo>
                <a:lnTo>
                  <a:pt x="3953119" y="292045"/>
                </a:lnTo>
                <a:lnTo>
                  <a:pt x="3950030" y="334137"/>
                </a:lnTo>
                <a:lnTo>
                  <a:pt x="3943851" y="375936"/>
                </a:lnTo>
                <a:lnTo>
                  <a:pt x="3934582" y="417252"/>
                </a:lnTo>
                <a:lnTo>
                  <a:pt x="3922225" y="457890"/>
                </a:lnTo>
                <a:lnTo>
                  <a:pt x="3906778" y="497661"/>
                </a:lnTo>
                <a:lnTo>
                  <a:pt x="3888241" y="536370"/>
                </a:lnTo>
                <a:lnTo>
                  <a:pt x="3866615" y="573826"/>
                </a:lnTo>
                <a:lnTo>
                  <a:pt x="3841900" y="609837"/>
                </a:lnTo>
                <a:lnTo>
                  <a:pt x="3814095" y="644211"/>
                </a:lnTo>
                <a:lnTo>
                  <a:pt x="3783201" y="676754"/>
                </a:lnTo>
                <a:lnTo>
                  <a:pt x="3749217" y="707276"/>
                </a:lnTo>
                <a:lnTo>
                  <a:pt x="3712144" y="735584"/>
                </a:lnTo>
                <a:lnTo>
                  <a:pt x="3730051" y="778710"/>
                </a:lnTo>
                <a:lnTo>
                  <a:pt x="3744177" y="822201"/>
                </a:lnTo>
                <a:lnTo>
                  <a:pt x="3754616" y="865891"/>
                </a:lnTo>
                <a:lnTo>
                  <a:pt x="3761466" y="909614"/>
                </a:lnTo>
                <a:lnTo>
                  <a:pt x="3764824" y="953204"/>
                </a:lnTo>
                <a:lnTo>
                  <a:pt x="3764785" y="996495"/>
                </a:lnTo>
                <a:lnTo>
                  <a:pt x="3761447" y="1039321"/>
                </a:lnTo>
                <a:lnTo>
                  <a:pt x="3754906" y="1081515"/>
                </a:lnTo>
                <a:lnTo>
                  <a:pt x="3745258" y="1122912"/>
                </a:lnTo>
                <a:lnTo>
                  <a:pt x="3732601" y="1163346"/>
                </a:lnTo>
                <a:lnTo>
                  <a:pt x="3717030" y="1202651"/>
                </a:lnTo>
                <a:lnTo>
                  <a:pt x="3698643" y="1240659"/>
                </a:lnTo>
                <a:lnTo>
                  <a:pt x="3677535" y="1277206"/>
                </a:lnTo>
                <a:lnTo>
                  <a:pt x="3653804" y="1312126"/>
                </a:lnTo>
                <a:lnTo>
                  <a:pt x="3627546" y="1345251"/>
                </a:lnTo>
                <a:lnTo>
                  <a:pt x="3598857" y="1376417"/>
                </a:lnTo>
                <a:lnTo>
                  <a:pt x="3567834" y="1405457"/>
                </a:lnTo>
                <a:lnTo>
                  <a:pt x="3534573" y="1432204"/>
                </a:lnTo>
                <a:lnTo>
                  <a:pt x="3499172" y="1456493"/>
                </a:lnTo>
                <a:lnTo>
                  <a:pt x="3461727" y="1478158"/>
                </a:lnTo>
                <a:lnTo>
                  <a:pt x="3422333" y="1497033"/>
                </a:lnTo>
                <a:lnTo>
                  <a:pt x="3381089" y="1512951"/>
                </a:lnTo>
                <a:lnTo>
                  <a:pt x="3338089" y="1525747"/>
                </a:lnTo>
                <a:lnTo>
                  <a:pt x="3293432" y="1535254"/>
                </a:lnTo>
                <a:lnTo>
                  <a:pt x="3247213" y="1541307"/>
                </a:lnTo>
                <a:lnTo>
                  <a:pt x="3241160" y="1587613"/>
                </a:lnTo>
                <a:lnTo>
                  <a:pt x="3231653" y="1632344"/>
                </a:lnTo>
                <a:lnTo>
                  <a:pt x="3218858" y="1675403"/>
                </a:lnTo>
                <a:lnTo>
                  <a:pt x="3202939" y="1716695"/>
                </a:lnTo>
                <a:lnTo>
                  <a:pt x="3184065" y="1756124"/>
                </a:lnTo>
                <a:lnTo>
                  <a:pt x="3162399" y="1793595"/>
                </a:lnTo>
                <a:lnTo>
                  <a:pt x="3138110" y="1829012"/>
                </a:lnTo>
                <a:lnTo>
                  <a:pt x="3111363" y="1862279"/>
                </a:lnTo>
                <a:lnTo>
                  <a:pt x="3082323" y="1893300"/>
                </a:lnTo>
                <a:lnTo>
                  <a:pt x="3051157" y="1921981"/>
                </a:lnTo>
                <a:lnTo>
                  <a:pt x="3018032" y="1948225"/>
                </a:lnTo>
                <a:lnTo>
                  <a:pt x="2983113" y="1971937"/>
                </a:lnTo>
                <a:lnTo>
                  <a:pt x="2946565" y="1993021"/>
                </a:lnTo>
                <a:lnTo>
                  <a:pt x="2908557" y="2011381"/>
                </a:lnTo>
                <a:lnTo>
                  <a:pt x="2869252" y="2026923"/>
                </a:lnTo>
                <a:lnTo>
                  <a:pt x="2828819" y="2039549"/>
                </a:lnTo>
                <a:lnTo>
                  <a:pt x="2787421" y="2049165"/>
                </a:lnTo>
                <a:lnTo>
                  <a:pt x="2745227" y="2055675"/>
                </a:lnTo>
                <a:lnTo>
                  <a:pt x="2702401" y="2058983"/>
                </a:lnTo>
                <a:lnTo>
                  <a:pt x="2659110" y="2058993"/>
                </a:lnTo>
                <a:lnTo>
                  <a:pt x="2615520" y="2055611"/>
                </a:lnTo>
                <a:lnTo>
                  <a:pt x="2571797" y="2048740"/>
                </a:lnTo>
                <a:lnTo>
                  <a:pt x="2528107" y="2038284"/>
                </a:lnTo>
                <a:lnTo>
                  <a:pt x="2484616" y="2024149"/>
                </a:lnTo>
                <a:lnTo>
                  <a:pt x="2441490" y="2006238"/>
                </a:lnTo>
                <a:lnTo>
                  <a:pt x="2413091" y="2043311"/>
                </a:lnTo>
                <a:lnTo>
                  <a:pt x="2382486" y="2077295"/>
                </a:lnTo>
                <a:lnTo>
                  <a:pt x="2349866" y="2108189"/>
                </a:lnTo>
                <a:lnTo>
                  <a:pt x="2315424" y="2135994"/>
                </a:lnTo>
                <a:lnTo>
                  <a:pt x="2279353" y="2160709"/>
                </a:lnTo>
                <a:lnTo>
                  <a:pt x="2241843" y="2182335"/>
                </a:lnTo>
                <a:lnTo>
                  <a:pt x="2203089" y="2200871"/>
                </a:lnTo>
                <a:lnTo>
                  <a:pt x="2163280" y="2216319"/>
                </a:lnTo>
                <a:lnTo>
                  <a:pt x="2122611" y="2228676"/>
                </a:lnTo>
                <a:lnTo>
                  <a:pt x="2081273" y="2237944"/>
                </a:lnTo>
                <a:lnTo>
                  <a:pt x="2039458" y="2244123"/>
                </a:lnTo>
                <a:lnTo>
                  <a:pt x="1997359" y="2247213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-3429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</TotalTime>
  <Words>1389</Words>
  <Application>Microsoft Office PowerPoint</Application>
  <PresentationFormat>Custom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 Display</vt:lpstr>
      <vt:lpstr>Arial</vt:lpstr>
      <vt:lpstr>Baskerville Old Face</vt:lpstr>
      <vt:lpstr>Bookman Old Style</vt:lpstr>
      <vt:lpstr>Calibri</vt:lpstr>
      <vt:lpstr>Trebuchet MS</vt:lpstr>
      <vt:lpstr>Office Theme</vt:lpstr>
      <vt:lpstr>BERT-Based Automatic Question Classification Using Deep Learning</vt:lpstr>
      <vt:lpstr>PowerPoint Presentation</vt:lpstr>
      <vt:lpstr>PowerPoint Presentation</vt:lpstr>
      <vt:lpstr>PROJECT OBJECTIVES</vt:lpstr>
      <vt:lpstr>Literature Survey</vt:lpstr>
      <vt:lpstr> Research Gap Identification</vt:lpstr>
      <vt:lpstr>Innovation</vt:lpstr>
      <vt:lpstr>Creativity</vt:lpstr>
      <vt:lpstr>Novelty</vt:lpstr>
      <vt:lpstr>Feasibility</vt:lpstr>
      <vt:lpstr>Project Plan</vt:lpstr>
      <vt:lpstr>Methodology</vt:lpstr>
      <vt:lpstr>PowerPoint Presentation</vt:lpstr>
      <vt:lpstr>Modern tools &amp;Technologies</vt:lpstr>
      <vt:lpstr>Implementation</vt:lpstr>
      <vt:lpstr>Result</vt:lpstr>
      <vt:lpstr>Performance Evaluation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Classy Elegant Technology Group Project Presentation</dc:title>
  <dc:creator>KOGANTI NAVYA 2420030180</dc:creator>
  <cp:keywords>DAHC0uY4hLE,BAGzIWmw-gY,0</cp:keywords>
  <cp:lastModifiedBy>SAI SAHASRA MANUKONDA</cp:lastModifiedBy>
  <cp:revision>8</cp:revision>
  <dcterms:created xsi:type="dcterms:W3CDTF">2026-03-02T18:19:20Z</dcterms:created>
  <dcterms:modified xsi:type="dcterms:W3CDTF">2026-09-17T04:12:24Z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2026-03-02T00:00:00Z</vt:filetime>
  </property>
  <property fmtid="{D5CDD505-2E9C-101B-9397-08002B2CF9AE}" pid="5" name="Producer">
    <vt:lpwstr>Canva</vt:lpwstr>
  </property>
</Properties>
</file>